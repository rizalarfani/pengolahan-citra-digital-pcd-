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sldIdLst>
    <p:sldId id="256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7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3"/>
            <p14:sldId id="274"/>
            <p14:sldId id="275"/>
            <p14:sldId id="276"/>
            <p14:sldId id="277"/>
            <p14:sldId id="278"/>
            <p14:sldId id="279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B4A6"/>
    <a:srgbClr val="734F29"/>
    <a:srgbClr val="D24726"/>
    <a:srgbClr val="DD462F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280" autoAdjust="0"/>
  </p:normalViewPr>
  <p:slideViewPr>
    <p:cSldViewPr snapToGrid="0">
      <p:cViewPr varScale="1">
        <p:scale>
          <a:sx n="70" d="100"/>
          <a:sy n="70" d="100"/>
        </p:scale>
        <p:origin x="508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061006"/>
            <a:ext cx="10515600" cy="2387600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13779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600"/>
              </a:spcBef>
              <a:buNone/>
              <a:defRPr sz="2800">
                <a:solidFill>
                  <a:srgbClr val="D24726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434" y="0"/>
            <a:ext cx="10749367" cy="120886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825625"/>
            <a:ext cx="4167753" cy="435133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Aft>
                <a:spcPts val="120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>
              <a:lnSpc>
                <a:spcPct val="150000"/>
              </a:lnSpc>
              <a:spcAft>
                <a:spcPts val="1200"/>
              </a:spcAft>
              <a:defRPr sz="1400">
                <a:solidFill>
                  <a:schemeClr val="bg1">
                    <a:lumMod val="50000"/>
                  </a:schemeClr>
                </a:solidFill>
              </a:defRPr>
            </a:lvl2pPr>
            <a:lvl3pPr>
              <a:lnSpc>
                <a:spcPct val="150000"/>
              </a:lnSpc>
              <a:spcAft>
                <a:spcPts val="1200"/>
              </a:spcAft>
              <a:defRPr sz="1200">
                <a:solidFill>
                  <a:schemeClr val="bg1">
                    <a:lumMod val="50000"/>
                  </a:schemeClr>
                </a:solidFill>
              </a:defRPr>
            </a:lvl3pPr>
            <a:lvl4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4pPr>
            <a:lvl5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1" y="2402238"/>
            <a:ext cx="4508715" cy="2187227"/>
          </a:xfrm>
        </p:spPr>
        <p:txBody>
          <a:bodyPr anchor="ctr">
            <a:noAutofit/>
          </a:bodyPr>
          <a:lstStyle>
            <a:lvl1pPr algn="l">
              <a:defRPr sz="4800">
                <a:solidFill>
                  <a:srgbClr val="D247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308" y="2402237"/>
            <a:ext cx="5269424" cy="2187226"/>
          </a:xfr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737851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0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1851" y="2193927"/>
            <a:ext cx="5156200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664" y="1489075"/>
            <a:ext cx="5157787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664" y="2193927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15419" y="365125"/>
            <a:ext cx="1819564" cy="5811838"/>
          </a:xfrm>
        </p:spPr>
        <p:txBody>
          <a:bodyPr vert="eaVert"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4/4/2022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2" y="1474041"/>
            <a:ext cx="10515600" cy="2387600"/>
          </a:xfrm>
        </p:spPr>
        <p:txBody>
          <a:bodyPr/>
          <a:lstStyle/>
          <a:p>
            <a:r>
              <a:rPr lang="en-US" b="1" dirty="0" err="1" smtClean="0"/>
              <a:t>Pengolahan</a:t>
            </a:r>
            <a:r>
              <a:rPr lang="en-US" b="1" dirty="0" smtClean="0"/>
              <a:t> Citra Digital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588955"/>
          </a:xfrm>
        </p:spPr>
        <p:txBody>
          <a:bodyPr>
            <a:normAutofit/>
          </a:bodyPr>
          <a:lstStyle/>
          <a:p>
            <a:r>
              <a:rPr lang="en-US" dirty="0" err="1" smtClean="0"/>
              <a:t>Oleh</a:t>
            </a:r>
            <a:r>
              <a:rPr lang="en-US" dirty="0" smtClean="0"/>
              <a:t> :</a:t>
            </a:r>
          </a:p>
          <a:p>
            <a:r>
              <a:rPr lang="en-US" dirty="0" smtClean="0"/>
              <a:t>Very </a:t>
            </a:r>
            <a:r>
              <a:rPr lang="en-US" dirty="0" err="1" smtClean="0"/>
              <a:t>Kurnia</a:t>
            </a:r>
            <a:r>
              <a:rPr lang="en-US" dirty="0" smtClean="0"/>
              <a:t> </a:t>
            </a:r>
            <a:r>
              <a:rPr lang="en-US" dirty="0" err="1" smtClean="0"/>
              <a:t>Bakti</a:t>
            </a:r>
            <a:r>
              <a:rPr lang="en-US" dirty="0" smtClean="0"/>
              <a:t>, </a:t>
            </a:r>
            <a:r>
              <a:rPr lang="en-US" dirty="0" err="1" smtClean="0"/>
              <a:t>M.Kom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964952" y="3857452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 err="1" smtClean="0">
                <a:solidFill>
                  <a:schemeClr val="bg1"/>
                </a:solidFill>
              </a:rPr>
              <a:t>Segmentasi</a:t>
            </a:r>
            <a:r>
              <a:rPr lang="en-US" sz="2400" b="1" i="1" dirty="0" smtClean="0">
                <a:solidFill>
                  <a:schemeClr val="bg1"/>
                </a:solidFill>
              </a:rPr>
              <a:t> Citra</a:t>
            </a:r>
            <a:endParaRPr lang="en-US" sz="24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Segmentasi</a:t>
            </a:r>
            <a:r>
              <a:rPr lang="en-US" dirty="0" smtClean="0"/>
              <a:t> Citra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837854"/>
            <a:ext cx="1010366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 err="1"/>
              <a:t>Segmentasi</a:t>
            </a:r>
            <a:r>
              <a:rPr lang="en-US" sz="2200" b="1" dirty="0"/>
              <a:t> </a:t>
            </a:r>
            <a:r>
              <a:rPr lang="en-US" sz="2200" b="1" dirty="0" err="1"/>
              <a:t>citra</a:t>
            </a:r>
            <a:r>
              <a:rPr lang="en-US" sz="2200" dirty="0"/>
              <a:t> </a:t>
            </a:r>
            <a:r>
              <a:rPr lang="en-US" sz="2200" dirty="0" err="1"/>
              <a:t>merupakan</a:t>
            </a:r>
            <a:r>
              <a:rPr lang="en-US" sz="2200" dirty="0"/>
              <a:t> proses yang </a:t>
            </a:r>
            <a:r>
              <a:rPr lang="en-US" sz="2200" dirty="0" err="1"/>
              <a:t>ditujukan</a:t>
            </a:r>
            <a:r>
              <a:rPr lang="en-US" sz="2200" dirty="0"/>
              <a:t> </a:t>
            </a:r>
            <a:r>
              <a:rPr lang="en-US" sz="2200" dirty="0" err="1"/>
              <a:t>untuk</a:t>
            </a:r>
            <a:r>
              <a:rPr lang="en-US" sz="2200" dirty="0"/>
              <a:t> </a:t>
            </a:r>
            <a:r>
              <a:rPr lang="en-US" sz="2200" b="1" dirty="0" err="1"/>
              <a:t>mendapatkan</a:t>
            </a:r>
            <a:r>
              <a:rPr lang="en-US" sz="2200" b="1" dirty="0"/>
              <a:t> </a:t>
            </a:r>
            <a:r>
              <a:rPr lang="en-US" sz="2200" b="1" dirty="0" err="1"/>
              <a:t>objek-objek</a:t>
            </a:r>
            <a:r>
              <a:rPr lang="en-US" sz="2200" dirty="0"/>
              <a:t> yang </a:t>
            </a:r>
            <a:r>
              <a:rPr lang="en-US" sz="2200" dirty="0" err="1"/>
              <a:t>terkandung</a:t>
            </a:r>
            <a:r>
              <a:rPr lang="en-US" sz="2200" dirty="0"/>
              <a:t> di </a:t>
            </a:r>
            <a:r>
              <a:rPr lang="en-US" sz="2200" dirty="0" err="1"/>
              <a:t>dalam</a:t>
            </a:r>
            <a:r>
              <a:rPr lang="en-US" sz="2200" dirty="0"/>
              <a:t> </a:t>
            </a:r>
            <a:r>
              <a:rPr lang="en-US" sz="2200" dirty="0" err="1"/>
              <a:t>citra</a:t>
            </a:r>
            <a:r>
              <a:rPr lang="en-US" sz="2200" dirty="0"/>
              <a:t> </a:t>
            </a:r>
            <a:r>
              <a:rPr lang="en-US" sz="2200" dirty="0" err="1"/>
              <a:t>atau</a:t>
            </a:r>
            <a:r>
              <a:rPr lang="en-US" sz="2200" dirty="0"/>
              <a:t> </a:t>
            </a:r>
            <a:r>
              <a:rPr lang="en-US" sz="2200" b="1" dirty="0" err="1"/>
              <a:t>membagi</a:t>
            </a:r>
            <a:r>
              <a:rPr lang="en-US" sz="2200" b="1" dirty="0"/>
              <a:t> </a:t>
            </a:r>
            <a:r>
              <a:rPr lang="en-US" sz="2200" b="1" dirty="0" err="1"/>
              <a:t>citra</a:t>
            </a:r>
            <a:r>
              <a:rPr lang="en-US" sz="2200" b="1" dirty="0"/>
              <a:t> </a:t>
            </a:r>
            <a:r>
              <a:rPr lang="en-US" sz="2200" dirty="0" err="1"/>
              <a:t>ke</a:t>
            </a:r>
            <a:r>
              <a:rPr lang="en-US" sz="2200" dirty="0"/>
              <a:t> </a:t>
            </a:r>
            <a:r>
              <a:rPr lang="en-US" sz="2200" dirty="0" err="1"/>
              <a:t>dalam</a:t>
            </a:r>
            <a:r>
              <a:rPr lang="en-US" sz="2200" dirty="0"/>
              <a:t> </a:t>
            </a:r>
            <a:r>
              <a:rPr lang="en-US" sz="2200" dirty="0" err="1"/>
              <a:t>beberapa</a:t>
            </a:r>
            <a:r>
              <a:rPr lang="en-US" sz="2200" dirty="0"/>
              <a:t> </a:t>
            </a:r>
            <a:r>
              <a:rPr lang="en-US" sz="2200" dirty="0" err="1"/>
              <a:t>daerah</a:t>
            </a:r>
            <a:r>
              <a:rPr lang="en-US" sz="2200" dirty="0"/>
              <a:t> / </a:t>
            </a:r>
            <a:r>
              <a:rPr lang="en-US" sz="2200" dirty="0" err="1"/>
              <a:t>objek</a:t>
            </a:r>
            <a:r>
              <a:rPr lang="en-US" sz="2200" dirty="0"/>
              <a:t> </a:t>
            </a:r>
            <a:r>
              <a:rPr lang="en-US" sz="2200" dirty="0" err="1"/>
              <a:t>berdasarkan</a:t>
            </a:r>
            <a:r>
              <a:rPr lang="en-US" sz="2200" dirty="0"/>
              <a:t> </a:t>
            </a:r>
            <a:r>
              <a:rPr lang="en-US" sz="2200" dirty="0" err="1"/>
              <a:t>kemiripan</a:t>
            </a:r>
            <a:r>
              <a:rPr lang="en-US" sz="2200" dirty="0"/>
              <a:t> </a:t>
            </a:r>
            <a:r>
              <a:rPr lang="en-US" sz="2200" dirty="0" err="1"/>
              <a:t>dari</a:t>
            </a:r>
            <a:r>
              <a:rPr lang="en-US" sz="2200" dirty="0"/>
              <a:t> </a:t>
            </a:r>
            <a:r>
              <a:rPr lang="en-US" sz="2200" dirty="0" err="1"/>
              <a:t>daerah</a:t>
            </a:r>
            <a:r>
              <a:rPr lang="en-US" sz="2200" dirty="0"/>
              <a:t>/</a:t>
            </a:r>
            <a:r>
              <a:rPr lang="en-US" sz="2200" dirty="0" err="1"/>
              <a:t>objek</a:t>
            </a:r>
            <a:r>
              <a:rPr lang="en-US" sz="2200" dirty="0"/>
              <a:t> </a:t>
            </a:r>
            <a:r>
              <a:rPr lang="en-US" sz="2200" dirty="0" err="1"/>
              <a:t>tersebut</a:t>
            </a:r>
            <a:r>
              <a:rPr lang="en-US" sz="22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 err="1"/>
              <a:t>Pada</a:t>
            </a:r>
            <a:r>
              <a:rPr lang="en-US" sz="2200" dirty="0"/>
              <a:t> </a:t>
            </a:r>
            <a:r>
              <a:rPr lang="en-US" sz="2200" dirty="0" err="1"/>
              <a:t>citra</a:t>
            </a:r>
            <a:r>
              <a:rPr lang="en-US" sz="2200" dirty="0"/>
              <a:t> yang </a:t>
            </a:r>
            <a:r>
              <a:rPr lang="en-US" sz="2200" dirty="0" err="1"/>
              <a:t>mengandung</a:t>
            </a:r>
            <a:r>
              <a:rPr lang="en-US" sz="2200" dirty="0"/>
              <a:t> </a:t>
            </a:r>
            <a:r>
              <a:rPr lang="en-US" sz="2200" dirty="0" err="1"/>
              <a:t>hanya</a:t>
            </a:r>
            <a:r>
              <a:rPr lang="en-US" sz="2200" dirty="0"/>
              <a:t> </a:t>
            </a:r>
            <a:r>
              <a:rPr lang="en-US" sz="2200" dirty="0" err="1"/>
              <a:t>satu</a:t>
            </a:r>
            <a:r>
              <a:rPr lang="en-US" sz="2200" dirty="0"/>
              <a:t> </a:t>
            </a:r>
            <a:r>
              <a:rPr lang="en-US" sz="2200" dirty="0" err="1"/>
              <a:t>objek</a:t>
            </a:r>
            <a:r>
              <a:rPr lang="en-US" sz="2200" dirty="0"/>
              <a:t>, </a:t>
            </a:r>
            <a:r>
              <a:rPr lang="en-US" sz="2200" dirty="0" err="1"/>
              <a:t>objek</a:t>
            </a:r>
            <a:r>
              <a:rPr lang="en-US" sz="2200" dirty="0"/>
              <a:t> </a:t>
            </a:r>
            <a:r>
              <a:rPr lang="en-US" sz="2200" dirty="0" err="1"/>
              <a:t>dibedakan</a:t>
            </a:r>
            <a:r>
              <a:rPr lang="en-US" sz="2200" dirty="0"/>
              <a:t> </a:t>
            </a:r>
            <a:r>
              <a:rPr lang="en-US" sz="2200" dirty="0" err="1"/>
              <a:t>dari</a:t>
            </a:r>
            <a:r>
              <a:rPr lang="en-US" sz="2200" dirty="0"/>
              <a:t> </a:t>
            </a:r>
            <a:r>
              <a:rPr lang="en-US" sz="2200" dirty="0" err="1"/>
              <a:t>latar</a:t>
            </a:r>
            <a:r>
              <a:rPr lang="en-US" sz="2200" dirty="0"/>
              <a:t> </a:t>
            </a:r>
            <a:r>
              <a:rPr lang="en-US" sz="2200" dirty="0" err="1"/>
              <a:t>belakangnya</a:t>
            </a:r>
            <a:r>
              <a:rPr lang="en-US" sz="22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Proses </a:t>
            </a:r>
            <a:r>
              <a:rPr lang="en-US" sz="2200" dirty="0" err="1"/>
              <a:t>untuk</a:t>
            </a:r>
            <a:r>
              <a:rPr lang="en-US" sz="2200" dirty="0"/>
              <a:t> </a:t>
            </a:r>
            <a:r>
              <a:rPr lang="en-US" sz="2200" dirty="0" err="1"/>
              <a:t>mengidentifikasi</a:t>
            </a:r>
            <a:r>
              <a:rPr lang="en-US" sz="2200" dirty="0"/>
              <a:t> </a:t>
            </a:r>
            <a:r>
              <a:rPr lang="en-US" sz="2200" dirty="0" err="1"/>
              <a:t>kelompok</a:t>
            </a:r>
            <a:r>
              <a:rPr lang="en-US" sz="2200" dirty="0"/>
              <a:t> </a:t>
            </a:r>
            <a:r>
              <a:rPr lang="en-US" sz="2200" dirty="0" err="1"/>
              <a:t>piksel</a:t>
            </a:r>
            <a:r>
              <a:rPr lang="en-US" sz="2200" dirty="0"/>
              <a:t> yang </a:t>
            </a:r>
            <a:r>
              <a:rPr lang="en-US" sz="2200" dirty="0" err="1"/>
              <a:t>memiliki</a:t>
            </a:r>
            <a:r>
              <a:rPr lang="en-US" sz="2200" dirty="0"/>
              <a:t> </a:t>
            </a:r>
            <a:r>
              <a:rPr lang="en-US" sz="2200" dirty="0" err="1"/>
              <a:t>kesamaan</a:t>
            </a:r>
            <a:r>
              <a:rPr lang="en-US" sz="2200" dirty="0"/>
              <a:t> </a:t>
            </a:r>
          </a:p>
        </p:txBody>
      </p:sp>
      <p:pic>
        <p:nvPicPr>
          <p:cNvPr id="1026" name="Picture 2" descr="https://lh6.googleusercontent.com/F35_mO1EKkYKEkbCckFVdlIC_RP0pMvvn086-jgy0bugKweBhT7FCJPBAgiZmcrJvzE7vl69ExfmONBmZJB_dt2PUxgpwynkgW0nD53PC5nwxGI9c8pWJE1QgjoAAN3Soo3rKzj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465" y="4144910"/>
            <a:ext cx="5939073" cy="2324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9454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Tujuan</a:t>
            </a:r>
            <a:r>
              <a:rPr lang="en-US" dirty="0" smtClean="0"/>
              <a:t> </a:t>
            </a:r>
            <a:r>
              <a:rPr lang="en-US" dirty="0" err="1" smtClean="0"/>
              <a:t>Segmentasi</a:t>
            </a:r>
            <a:r>
              <a:rPr lang="en-US" dirty="0" smtClean="0"/>
              <a:t> Citra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720159"/>
            <a:ext cx="1022739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Kuantifikasi</a:t>
            </a:r>
            <a:r>
              <a:rPr lang="en-US" sz="2200" dirty="0"/>
              <a:t> </a:t>
            </a:r>
            <a:r>
              <a:rPr lang="en-US" sz="2200" dirty="0" err="1"/>
              <a:t>properti</a:t>
            </a:r>
            <a:r>
              <a:rPr lang="en-US" sz="2200" dirty="0"/>
              <a:t> </a:t>
            </a:r>
            <a:r>
              <a:rPr lang="en-US" sz="2200" dirty="0" err="1"/>
              <a:t>dari</a:t>
            </a:r>
            <a:r>
              <a:rPr lang="en-US" sz="2200" dirty="0"/>
              <a:t> </a:t>
            </a:r>
            <a:r>
              <a:rPr lang="en-US" sz="2200" dirty="0" err="1"/>
              <a:t>objek-objek</a:t>
            </a:r>
            <a:r>
              <a:rPr lang="en-US" sz="2200" dirty="0"/>
              <a:t> di </a:t>
            </a:r>
            <a:r>
              <a:rPr lang="en-US" sz="2200" dirty="0" err="1"/>
              <a:t>dalam</a:t>
            </a:r>
            <a:r>
              <a:rPr lang="en-US" sz="2200" dirty="0"/>
              <a:t> </a:t>
            </a:r>
            <a:r>
              <a:rPr lang="en-US" sz="2200" dirty="0" err="1"/>
              <a:t>citra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Berapa</a:t>
            </a:r>
            <a:r>
              <a:rPr lang="en-US" sz="2200" dirty="0"/>
              <a:t> </a:t>
            </a:r>
            <a:r>
              <a:rPr lang="en-US" sz="2200" dirty="0" err="1"/>
              <a:t>ukuran</a:t>
            </a:r>
            <a:r>
              <a:rPr lang="en-US" sz="2200" dirty="0"/>
              <a:t> tumor? </a:t>
            </a:r>
            <a:r>
              <a:rPr lang="en-US" sz="2200" dirty="0" err="1"/>
              <a:t>Apakah</a:t>
            </a:r>
            <a:r>
              <a:rPr lang="en-US" sz="2200" dirty="0"/>
              <a:t> </a:t>
            </a:r>
            <a:r>
              <a:rPr lang="en-US" sz="2200" dirty="0" err="1"/>
              <a:t>membesar</a:t>
            </a:r>
            <a:r>
              <a:rPr lang="en-US" sz="2200" dirty="0"/>
              <a:t> </a:t>
            </a:r>
            <a:r>
              <a:rPr lang="en-US" sz="2200" dirty="0" err="1"/>
              <a:t>atau</a:t>
            </a:r>
            <a:r>
              <a:rPr lang="en-US" sz="2200" dirty="0"/>
              <a:t> </a:t>
            </a:r>
            <a:r>
              <a:rPr lang="en-US" sz="2200" dirty="0" err="1"/>
              <a:t>mengecil</a:t>
            </a:r>
            <a:r>
              <a:rPr lang="en-US" sz="2200" dirty="0"/>
              <a:t>?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Analisis</a:t>
            </a:r>
            <a:r>
              <a:rPr lang="en-US" sz="2200" dirty="0"/>
              <a:t> </a:t>
            </a:r>
            <a:r>
              <a:rPr lang="en-US" sz="2200" dirty="0" err="1"/>
              <a:t>statistik</a:t>
            </a:r>
            <a:r>
              <a:rPr lang="en-US" sz="2200" dirty="0"/>
              <a:t>: </a:t>
            </a:r>
            <a:r>
              <a:rPr lang="en-US" sz="2200" dirty="0" err="1"/>
              <a:t>berapa</a:t>
            </a:r>
            <a:r>
              <a:rPr lang="en-US" sz="2200" dirty="0"/>
              <a:t> </a:t>
            </a:r>
            <a:r>
              <a:rPr lang="en-US" sz="2200" dirty="0" err="1"/>
              <a:t>banyak</a:t>
            </a:r>
            <a:r>
              <a:rPr lang="en-US" sz="2200" dirty="0"/>
              <a:t> </a:t>
            </a:r>
            <a:r>
              <a:rPr lang="en-US" sz="2200" dirty="0" err="1"/>
              <a:t>pengunjung</a:t>
            </a:r>
            <a:r>
              <a:rPr lang="en-US" sz="2200" dirty="0"/>
              <a:t> </a:t>
            </a:r>
            <a:r>
              <a:rPr lang="en-US" sz="2200" dirty="0" err="1"/>
              <a:t>tempat</a:t>
            </a:r>
            <a:r>
              <a:rPr lang="en-US" sz="2200" dirty="0"/>
              <a:t> </a:t>
            </a:r>
            <a:r>
              <a:rPr lang="en-US" sz="2200" dirty="0" err="1"/>
              <a:t>ini</a:t>
            </a:r>
            <a:r>
              <a:rPr lang="en-US" sz="2200" dirty="0"/>
              <a:t>?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Menghitung</a:t>
            </a:r>
            <a:r>
              <a:rPr lang="en-US" sz="2200" dirty="0"/>
              <a:t> </a:t>
            </a:r>
            <a:r>
              <a:rPr lang="en-US" sz="2200" dirty="0" err="1"/>
              <a:t>jumlah</a:t>
            </a:r>
            <a:r>
              <a:rPr lang="en-US" sz="2200" dirty="0"/>
              <a:t> </a:t>
            </a:r>
            <a:r>
              <a:rPr lang="en-US" sz="2200" dirty="0" err="1"/>
              <a:t>objek</a:t>
            </a:r>
            <a:r>
              <a:rPr lang="en-US" sz="2200" dirty="0"/>
              <a:t> </a:t>
            </a:r>
            <a:r>
              <a:rPr lang="en-US" sz="2200" dirty="0" err="1"/>
              <a:t>tertentu</a:t>
            </a:r>
            <a:r>
              <a:rPr lang="en-US" sz="2200" dirty="0"/>
              <a:t>: </a:t>
            </a:r>
            <a:r>
              <a:rPr lang="en-US" sz="2200" dirty="0" err="1"/>
              <a:t>berapa</a:t>
            </a:r>
            <a:r>
              <a:rPr lang="en-US" sz="2200" dirty="0"/>
              <a:t> </a:t>
            </a:r>
            <a:r>
              <a:rPr lang="en-US" sz="2200" dirty="0" err="1"/>
              <a:t>banyak</a:t>
            </a:r>
            <a:r>
              <a:rPr lang="en-US" sz="2200" dirty="0"/>
              <a:t> orang di </a:t>
            </a:r>
            <a:r>
              <a:rPr lang="en-US" sz="2200" dirty="0" err="1"/>
              <a:t>ruangan</a:t>
            </a:r>
            <a:r>
              <a:rPr lang="en-US" sz="2200" dirty="0"/>
              <a:t> </a:t>
            </a:r>
            <a:r>
              <a:rPr lang="en-US" sz="2200" dirty="0" err="1"/>
              <a:t>ini</a:t>
            </a:r>
            <a:r>
              <a:rPr lang="en-US" sz="2200" dirty="0"/>
              <a:t>?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Deteksi</a:t>
            </a:r>
            <a:r>
              <a:rPr lang="en-US" sz="2200" dirty="0"/>
              <a:t> / </a:t>
            </a:r>
            <a:r>
              <a:rPr lang="en-US" sz="2200" dirty="0" err="1"/>
              <a:t>lokalisasi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Dimana</a:t>
            </a:r>
            <a:r>
              <a:rPr lang="en-US" sz="2200" dirty="0"/>
              <a:t> </a:t>
            </a:r>
            <a:r>
              <a:rPr lang="en-US" sz="2200" dirty="0" err="1"/>
              <a:t>kendaraannya</a:t>
            </a:r>
            <a:r>
              <a:rPr lang="en-US" sz="2200" dirty="0"/>
              <a:t>? </a:t>
            </a:r>
            <a:r>
              <a:rPr lang="en-US" sz="2200" dirty="0" err="1"/>
              <a:t>Dimana</a:t>
            </a:r>
            <a:r>
              <a:rPr lang="en-US" sz="2200" dirty="0"/>
              <a:t> </a:t>
            </a:r>
            <a:r>
              <a:rPr lang="en-US" sz="2200" dirty="0" err="1"/>
              <a:t>orangnya</a:t>
            </a:r>
            <a:r>
              <a:rPr lang="en-US" sz="2200" dirty="0"/>
              <a:t>?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Adakah</a:t>
            </a:r>
            <a:r>
              <a:rPr lang="en-US" sz="2200" dirty="0"/>
              <a:t> orang di </a:t>
            </a:r>
            <a:r>
              <a:rPr lang="en-US" sz="2200" dirty="0" err="1"/>
              <a:t>depan</a:t>
            </a:r>
            <a:r>
              <a:rPr lang="en-US" sz="2200" dirty="0"/>
              <a:t> </a:t>
            </a:r>
            <a:r>
              <a:rPr lang="en-US" sz="2200" dirty="0" err="1"/>
              <a:t>kendaraan</a:t>
            </a:r>
            <a:r>
              <a:rPr lang="en-US" sz="2200" dirty="0"/>
              <a:t>?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Apakah</a:t>
            </a:r>
            <a:r>
              <a:rPr lang="en-US" sz="2200" dirty="0"/>
              <a:t> </a:t>
            </a:r>
            <a:r>
              <a:rPr lang="en-US" sz="2200" dirty="0" err="1"/>
              <a:t>ada</a:t>
            </a:r>
            <a:r>
              <a:rPr lang="en-US" sz="2200" dirty="0"/>
              <a:t> </a:t>
            </a:r>
            <a:r>
              <a:rPr lang="en-US" sz="2200" dirty="0" err="1"/>
              <a:t>objek</a:t>
            </a:r>
            <a:r>
              <a:rPr lang="en-US" sz="2200" dirty="0"/>
              <a:t>?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Apakah</a:t>
            </a:r>
            <a:r>
              <a:rPr lang="en-US" sz="2200" dirty="0"/>
              <a:t> </a:t>
            </a:r>
            <a:r>
              <a:rPr lang="en-US" sz="2200" dirty="0" err="1"/>
              <a:t>ada</a:t>
            </a:r>
            <a:r>
              <a:rPr lang="en-US" sz="2200" dirty="0"/>
              <a:t> orang?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235229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Metode</a:t>
            </a:r>
            <a:r>
              <a:rPr lang="en-US" dirty="0" smtClean="0"/>
              <a:t> </a:t>
            </a:r>
            <a:r>
              <a:rPr lang="en-US" dirty="0" err="1" smtClean="0"/>
              <a:t>Segmentasi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599" y="1765426"/>
            <a:ext cx="1024550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Segmentasi</a:t>
            </a:r>
            <a:r>
              <a:rPr lang="en-US" sz="2200" dirty="0"/>
              <a:t> </a:t>
            </a:r>
            <a:r>
              <a:rPr lang="en-US" sz="2200" dirty="0" err="1"/>
              <a:t>berbasis</a:t>
            </a:r>
            <a:r>
              <a:rPr lang="en-US" sz="2200" dirty="0"/>
              <a:t> </a:t>
            </a:r>
            <a:r>
              <a:rPr lang="en-US" sz="2200" dirty="0" err="1"/>
              <a:t>piksel</a:t>
            </a:r>
            <a:r>
              <a:rPr lang="en-US" sz="2200" dirty="0"/>
              <a:t> (Pixel-based methods)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Klasterisasi</a:t>
            </a:r>
            <a:r>
              <a:rPr lang="en-US" sz="2200" dirty="0"/>
              <a:t> / </a:t>
            </a:r>
            <a:r>
              <a:rPr lang="en-US" sz="2200" dirty="0" err="1"/>
              <a:t>klasifikasi</a:t>
            </a:r>
            <a:r>
              <a:rPr lang="en-US" sz="2200" dirty="0"/>
              <a:t> </a:t>
            </a:r>
            <a:r>
              <a:rPr lang="en-US" sz="2200" dirty="0" err="1"/>
              <a:t>piksel</a:t>
            </a:r>
            <a:r>
              <a:rPr lang="en-US" sz="2200" dirty="0"/>
              <a:t> </a:t>
            </a:r>
            <a:r>
              <a:rPr lang="en-US" sz="2200" dirty="0" err="1"/>
              <a:t>untuk</a:t>
            </a:r>
            <a:r>
              <a:rPr lang="en-US" sz="2200" dirty="0"/>
              <a:t> </a:t>
            </a:r>
            <a:r>
              <a:rPr lang="en-US" sz="2200" dirty="0" err="1"/>
              <a:t>menghasilkan</a:t>
            </a:r>
            <a:r>
              <a:rPr lang="en-US" sz="2200" dirty="0"/>
              <a:t> area </a:t>
            </a:r>
            <a:r>
              <a:rPr lang="en-US" sz="2200" dirty="0" err="1"/>
              <a:t>objek</a:t>
            </a:r>
            <a:endParaRPr lang="en-US" sz="22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Berbasis</a:t>
            </a:r>
            <a:r>
              <a:rPr lang="en-US" sz="2200" dirty="0"/>
              <a:t> area / region (Region-based methods)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/>
              <a:t>Area/region yang </a:t>
            </a:r>
            <a:r>
              <a:rPr lang="en-US" sz="2200" dirty="0" err="1"/>
              <a:t>memiliki</a:t>
            </a:r>
            <a:r>
              <a:rPr lang="en-US" sz="2200" dirty="0"/>
              <a:t> </a:t>
            </a:r>
            <a:r>
              <a:rPr lang="en-US" sz="2200" dirty="0" err="1"/>
              <a:t>kesamaan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/>
              <a:t>Area yang </a:t>
            </a:r>
            <a:r>
              <a:rPr lang="en-US" sz="2200" dirty="0" err="1"/>
              <a:t>memenuhi</a:t>
            </a:r>
            <a:r>
              <a:rPr lang="en-US" sz="2200" dirty="0"/>
              <a:t> </a:t>
            </a:r>
            <a:r>
              <a:rPr lang="en-US" sz="2200" dirty="0" err="1"/>
              <a:t>kriteria</a:t>
            </a:r>
            <a:r>
              <a:rPr lang="en-US" sz="2200" dirty="0"/>
              <a:t> </a:t>
            </a:r>
            <a:r>
              <a:rPr lang="en-US" sz="2200" dirty="0" err="1" smtClean="0"/>
              <a:t>tertentu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622991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Pixel-based Segmentation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674891"/>
            <a:ext cx="1001011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/>
              <a:t>Basic </a:t>
            </a:r>
            <a:r>
              <a:rPr lang="en-US" sz="2200" dirty="0" err="1"/>
              <a:t>Thresholding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Klasifikasi</a:t>
            </a:r>
            <a:r>
              <a:rPr lang="en-US" sz="2200" dirty="0"/>
              <a:t> </a:t>
            </a:r>
            <a:r>
              <a:rPr lang="en-US" sz="2200" dirty="0" err="1"/>
              <a:t>citra</a:t>
            </a:r>
            <a:r>
              <a:rPr lang="en-US" sz="2200" dirty="0"/>
              <a:t> </a:t>
            </a:r>
            <a:r>
              <a:rPr lang="en-US" sz="2200" dirty="0" err="1"/>
              <a:t>berdasarkan</a:t>
            </a:r>
            <a:r>
              <a:rPr lang="en-US" sz="2200" dirty="0"/>
              <a:t> </a:t>
            </a:r>
            <a:r>
              <a:rPr lang="en-US" sz="2200" dirty="0" err="1"/>
              <a:t>satu</a:t>
            </a:r>
            <a:r>
              <a:rPr lang="en-US" sz="2200" dirty="0"/>
              <a:t> </a:t>
            </a:r>
            <a:r>
              <a:rPr lang="en-US" sz="2200" dirty="0" err="1"/>
              <a:t>nilai</a:t>
            </a:r>
            <a:r>
              <a:rPr lang="en-US" sz="2200" dirty="0"/>
              <a:t> </a:t>
            </a:r>
            <a:r>
              <a:rPr lang="en-US" sz="2200" dirty="0" err="1" smtClean="0"/>
              <a:t>thresholding</a:t>
            </a:r>
            <a:r>
              <a:rPr lang="en-US" sz="2200" dirty="0" smtClean="0"/>
              <a:t> -&gt; </a:t>
            </a:r>
            <a:r>
              <a:rPr lang="en-US" sz="2200" dirty="0"/>
              <a:t>global </a:t>
            </a:r>
            <a:r>
              <a:rPr lang="en-US" sz="2200" dirty="0" err="1"/>
              <a:t>thresholding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Contoh</a:t>
            </a:r>
            <a:r>
              <a:rPr lang="en-US" sz="2200" dirty="0"/>
              <a:t> </a:t>
            </a:r>
            <a:r>
              <a:rPr lang="en-US" sz="2200" dirty="0" err="1"/>
              <a:t>penerapan</a:t>
            </a:r>
            <a:r>
              <a:rPr lang="en-US" sz="2200" dirty="0"/>
              <a:t> </a:t>
            </a:r>
            <a:r>
              <a:rPr lang="en-US" sz="2200" dirty="0" err="1"/>
              <a:t>pada</a:t>
            </a:r>
            <a:r>
              <a:rPr lang="en-US" sz="2200" dirty="0"/>
              <a:t> </a:t>
            </a:r>
            <a:r>
              <a:rPr lang="en-US" sz="2200" dirty="0" err="1"/>
              <a:t>pengubahan</a:t>
            </a:r>
            <a:r>
              <a:rPr lang="en-US" sz="2200" dirty="0"/>
              <a:t> </a:t>
            </a:r>
            <a:r>
              <a:rPr lang="en-US" sz="2200" dirty="0" err="1"/>
              <a:t>citra</a:t>
            </a:r>
            <a:r>
              <a:rPr lang="en-US" sz="2200" dirty="0"/>
              <a:t> grayscale </a:t>
            </a:r>
            <a:r>
              <a:rPr lang="en-US" sz="2200" dirty="0" err="1"/>
              <a:t>ke</a:t>
            </a:r>
            <a:r>
              <a:rPr lang="en-US" sz="2200" dirty="0"/>
              <a:t> </a:t>
            </a:r>
            <a:r>
              <a:rPr lang="en-US" sz="2200" dirty="0" err="1"/>
              <a:t>citra</a:t>
            </a:r>
            <a:r>
              <a:rPr lang="en-US" sz="2200" dirty="0"/>
              <a:t> </a:t>
            </a:r>
            <a:r>
              <a:rPr lang="en-US" sz="2200" dirty="0" err="1"/>
              <a:t>biner</a:t>
            </a:r>
            <a:r>
              <a:rPr lang="en-US" sz="2200" dirty="0"/>
              <a:t> (</a:t>
            </a:r>
            <a:r>
              <a:rPr lang="en-US" sz="2200" dirty="0" err="1"/>
              <a:t>hitam-putih</a:t>
            </a:r>
            <a:r>
              <a:rPr lang="en-US" sz="2200" dirty="0"/>
              <a:t>)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/>
              <a:t>Adaptive </a:t>
            </a:r>
            <a:r>
              <a:rPr lang="en-US" sz="2200" dirty="0" err="1"/>
              <a:t>Thresholding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Nilai</a:t>
            </a:r>
            <a:r>
              <a:rPr lang="en-US" sz="2200" dirty="0"/>
              <a:t> </a:t>
            </a:r>
            <a:r>
              <a:rPr lang="en-US" sz="2200" dirty="0" err="1"/>
              <a:t>thresholding</a:t>
            </a:r>
            <a:r>
              <a:rPr lang="en-US" sz="2200" dirty="0"/>
              <a:t> </a:t>
            </a:r>
            <a:r>
              <a:rPr lang="en-US" sz="2200" dirty="0" err="1"/>
              <a:t>ditentukan</a:t>
            </a:r>
            <a:r>
              <a:rPr lang="en-US" sz="2200" dirty="0"/>
              <a:t> </a:t>
            </a:r>
            <a:r>
              <a:rPr lang="en-US" sz="2200" dirty="0" err="1"/>
              <a:t>secara</a:t>
            </a:r>
            <a:r>
              <a:rPr lang="en-US" sz="2200" dirty="0"/>
              <a:t> </a:t>
            </a:r>
            <a:r>
              <a:rPr lang="en-US" sz="2200" dirty="0" err="1"/>
              <a:t>adaptif</a:t>
            </a:r>
            <a:r>
              <a:rPr lang="en-US" sz="2200" dirty="0"/>
              <a:t> (</a:t>
            </a:r>
            <a:r>
              <a:rPr lang="en-US" sz="2200" dirty="0" err="1"/>
              <a:t>berdasarkan</a:t>
            </a:r>
            <a:r>
              <a:rPr lang="en-US" sz="2200" dirty="0"/>
              <a:t> </a:t>
            </a:r>
            <a:r>
              <a:rPr lang="en-US" sz="2200" dirty="0" err="1"/>
              <a:t>informasi</a:t>
            </a:r>
            <a:r>
              <a:rPr lang="en-US" sz="2200" dirty="0"/>
              <a:t> </a:t>
            </a:r>
            <a:r>
              <a:rPr lang="en-US" sz="2200" dirty="0" err="1"/>
              <a:t>piksel</a:t>
            </a:r>
            <a:r>
              <a:rPr lang="en-US" sz="2200" dirty="0"/>
              <a:t> di </a:t>
            </a:r>
            <a:r>
              <a:rPr lang="en-US" sz="2200" dirty="0" err="1" smtClean="0"/>
              <a:t>sekitarnya</a:t>
            </a:r>
            <a:r>
              <a:rPr lang="en-US" sz="2200" dirty="0"/>
              <a:t> </a:t>
            </a:r>
            <a:r>
              <a:rPr lang="en-US" sz="2200" dirty="0" smtClean="0"/>
              <a:t>-&gt; </a:t>
            </a:r>
            <a:r>
              <a:rPr lang="en-US" sz="2200" dirty="0"/>
              <a:t>local </a:t>
            </a:r>
            <a:r>
              <a:rPr lang="en-US" sz="2200" dirty="0" err="1"/>
              <a:t>thresholding</a:t>
            </a:r>
            <a:endParaRPr lang="en-US" sz="22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2200" dirty="0"/>
              <a:t>Range </a:t>
            </a:r>
            <a:r>
              <a:rPr lang="en-US" sz="2200" dirty="0" err="1"/>
              <a:t>Thresholding</a:t>
            </a:r>
            <a:r>
              <a:rPr lang="en-US" sz="2200" dirty="0"/>
              <a:t> (Multi-level </a:t>
            </a:r>
            <a:r>
              <a:rPr lang="en-US" sz="2200" dirty="0" err="1"/>
              <a:t>thresholding</a:t>
            </a:r>
            <a:r>
              <a:rPr lang="en-US" sz="2200" dirty="0"/>
              <a:t>)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Nilai</a:t>
            </a:r>
            <a:r>
              <a:rPr lang="en-US" sz="2200" dirty="0"/>
              <a:t> </a:t>
            </a:r>
            <a:r>
              <a:rPr lang="en-US" sz="2200" dirty="0" err="1"/>
              <a:t>thresholding</a:t>
            </a:r>
            <a:r>
              <a:rPr lang="en-US" sz="2200" dirty="0"/>
              <a:t> </a:t>
            </a:r>
            <a:r>
              <a:rPr lang="en-US" sz="2200" dirty="0" err="1"/>
              <a:t>bisa</a:t>
            </a:r>
            <a:r>
              <a:rPr lang="en-US" sz="2200" dirty="0"/>
              <a:t> </a:t>
            </a:r>
            <a:r>
              <a:rPr lang="en-US" sz="2200" dirty="0" err="1"/>
              <a:t>dua</a:t>
            </a:r>
            <a:r>
              <a:rPr lang="en-US" sz="2200" dirty="0"/>
              <a:t> </a:t>
            </a:r>
            <a:r>
              <a:rPr lang="en-US" sz="2200" dirty="0" err="1"/>
              <a:t>atau</a:t>
            </a:r>
            <a:r>
              <a:rPr lang="en-US" sz="2200" dirty="0"/>
              <a:t> </a:t>
            </a:r>
            <a:r>
              <a:rPr lang="en-US" sz="2200" dirty="0" err="1"/>
              <a:t>lebih</a:t>
            </a:r>
            <a:endParaRPr lang="en-US" sz="2200" dirty="0"/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200" dirty="0" err="1"/>
              <a:t>Menggunakan</a:t>
            </a:r>
            <a:r>
              <a:rPr lang="en-US" sz="2200" dirty="0"/>
              <a:t> </a:t>
            </a:r>
            <a:r>
              <a:rPr lang="en-US" sz="2200" dirty="0" err="1"/>
              <a:t>probabilitas</a:t>
            </a:r>
            <a:r>
              <a:rPr lang="en-US" sz="2200" dirty="0"/>
              <a:t> Gaussian </a:t>
            </a:r>
            <a:r>
              <a:rPr lang="en-US" sz="2200" dirty="0" err="1"/>
              <a:t>untuk</a:t>
            </a:r>
            <a:r>
              <a:rPr lang="en-US" sz="2200" dirty="0"/>
              <a:t> </a:t>
            </a:r>
            <a:r>
              <a:rPr lang="en-US" sz="2200" dirty="0" err="1"/>
              <a:t>melakukan</a:t>
            </a:r>
            <a:r>
              <a:rPr lang="en-US" sz="2200" dirty="0"/>
              <a:t> </a:t>
            </a:r>
            <a:r>
              <a:rPr lang="en-US" sz="2200" dirty="0" err="1"/>
              <a:t>segmentasi</a:t>
            </a:r>
            <a:r>
              <a:rPr lang="en-US" sz="2200" dirty="0"/>
              <a:t> </a:t>
            </a:r>
            <a:r>
              <a:rPr lang="en-US" sz="2200" dirty="0" err="1" smtClean="0"/>
              <a:t>piksel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886942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Segmentasi</a:t>
            </a:r>
            <a:r>
              <a:rPr lang="en-US" dirty="0" smtClean="0"/>
              <a:t> </a:t>
            </a:r>
            <a:r>
              <a:rPr lang="en-US" dirty="0" err="1" smtClean="0"/>
              <a:t>Warna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599" y="1828799"/>
            <a:ext cx="1011875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err="1"/>
              <a:t>Segmentasi</a:t>
            </a:r>
            <a:r>
              <a:rPr lang="en-US" sz="2200" dirty="0"/>
              <a:t> </a:t>
            </a:r>
            <a:r>
              <a:rPr lang="en-US" sz="2200" dirty="0" err="1"/>
              <a:t>warna</a:t>
            </a:r>
            <a:r>
              <a:rPr lang="en-US" sz="2200" dirty="0"/>
              <a:t> </a:t>
            </a:r>
            <a:r>
              <a:rPr lang="en-US" sz="2200" dirty="0" err="1"/>
              <a:t>dapat</a:t>
            </a:r>
            <a:r>
              <a:rPr lang="en-US" sz="2200" dirty="0"/>
              <a:t> </a:t>
            </a:r>
            <a:r>
              <a:rPr lang="en-US" sz="2200" dirty="0" err="1"/>
              <a:t>dilakukan</a:t>
            </a:r>
            <a:r>
              <a:rPr lang="en-US" sz="2200" dirty="0"/>
              <a:t> </a:t>
            </a:r>
            <a:r>
              <a:rPr lang="en-US" sz="2200" dirty="0" err="1"/>
              <a:t>pada</a:t>
            </a:r>
            <a:r>
              <a:rPr lang="en-US" sz="2200" dirty="0"/>
              <a:t> </a:t>
            </a:r>
            <a:r>
              <a:rPr lang="en-US" sz="2200" dirty="0" err="1"/>
              <a:t>ruang</a:t>
            </a:r>
            <a:r>
              <a:rPr lang="en-US" sz="2200" dirty="0"/>
              <a:t> </a:t>
            </a:r>
            <a:r>
              <a:rPr lang="en-US" sz="2200" dirty="0" err="1"/>
              <a:t>warna</a:t>
            </a:r>
            <a:r>
              <a:rPr lang="en-US" sz="2200" dirty="0"/>
              <a:t> HLS. </a:t>
            </a:r>
            <a:r>
              <a:rPr lang="en-US" sz="2200" dirty="0" err="1"/>
              <a:t>Kemudian</a:t>
            </a:r>
            <a:r>
              <a:rPr lang="en-US" sz="2200" dirty="0"/>
              <a:t>, </a:t>
            </a:r>
            <a:r>
              <a:rPr lang="en-US" sz="2200" dirty="0" err="1"/>
              <a:t>dengan</a:t>
            </a:r>
            <a:r>
              <a:rPr lang="en-US" sz="2200" dirty="0"/>
              <a:t> </a:t>
            </a:r>
            <a:r>
              <a:rPr lang="en-US" sz="2200" dirty="0" err="1"/>
              <a:t>berpedoman</a:t>
            </a:r>
            <a:r>
              <a:rPr lang="en-US" sz="2200" dirty="0"/>
              <a:t> </a:t>
            </a:r>
            <a:r>
              <a:rPr lang="en-US" sz="2200" dirty="0" err="1"/>
              <a:t>pada</a:t>
            </a:r>
            <a:r>
              <a:rPr lang="en-US" sz="2200" dirty="0"/>
              <a:t> </a:t>
            </a:r>
            <a:r>
              <a:rPr lang="en-US" sz="2200" dirty="0" err="1"/>
              <a:t>susunan</a:t>
            </a:r>
            <a:r>
              <a:rPr lang="en-US" sz="2200" dirty="0"/>
              <a:t> </a:t>
            </a:r>
            <a:r>
              <a:rPr lang="en-US" sz="2200" dirty="0" err="1"/>
              <a:t>warna</a:t>
            </a:r>
            <a:r>
              <a:rPr lang="en-US" sz="2200" dirty="0"/>
              <a:t>, </a:t>
            </a:r>
            <a:r>
              <a:rPr lang="en-US" sz="2200" dirty="0" err="1"/>
              <a:t>dilakukan</a:t>
            </a:r>
            <a:r>
              <a:rPr lang="en-US" sz="2200" dirty="0"/>
              <a:t> </a:t>
            </a:r>
            <a:r>
              <a:rPr lang="en-US" sz="2200" dirty="0" err="1"/>
              <a:t>pengubahan</a:t>
            </a:r>
            <a:r>
              <a:rPr lang="en-US" sz="2200" dirty="0"/>
              <a:t> </a:t>
            </a:r>
            <a:r>
              <a:rPr lang="en-US" sz="2200" dirty="0" err="1"/>
              <a:t>warna</a:t>
            </a:r>
            <a:r>
              <a:rPr lang="en-US" sz="2200" dirty="0"/>
              <a:t> </a:t>
            </a:r>
            <a:r>
              <a:rPr lang="en-US" sz="2200" i="1" dirty="0"/>
              <a:t>Hue </a:t>
            </a:r>
            <a:r>
              <a:rPr lang="en-US" sz="2200" dirty="0"/>
              <a:t>yang </a:t>
            </a:r>
            <a:r>
              <a:rPr lang="en-US" sz="2200" dirty="0" err="1"/>
              <a:t>berdekatan</a:t>
            </a:r>
            <a:r>
              <a:rPr lang="en-US" sz="2200" dirty="0"/>
              <a:t> </a:t>
            </a:r>
            <a:r>
              <a:rPr lang="en-US" sz="2200" dirty="0" err="1"/>
              <a:t>dengan</a:t>
            </a:r>
            <a:r>
              <a:rPr lang="en-US" sz="2200" dirty="0"/>
              <a:t> </a:t>
            </a:r>
            <a:r>
              <a:rPr lang="en-US" sz="2200" dirty="0" err="1"/>
              <a:t>warna</a:t>
            </a:r>
            <a:r>
              <a:rPr lang="en-US" sz="2200" dirty="0"/>
              <a:t> yang </a:t>
            </a:r>
            <a:r>
              <a:rPr lang="en-US" sz="2200" dirty="0" err="1"/>
              <a:t>menjadi</a:t>
            </a:r>
            <a:r>
              <a:rPr lang="en-US" sz="2200" dirty="0"/>
              <a:t> </a:t>
            </a:r>
            <a:r>
              <a:rPr lang="en-US" sz="2200" dirty="0" err="1"/>
              <a:t>pusat</a:t>
            </a:r>
            <a:r>
              <a:rPr lang="en-US" sz="2200" dirty="0"/>
              <a:t> </a:t>
            </a:r>
            <a:r>
              <a:rPr lang="en-US" sz="2200" dirty="0" err="1"/>
              <a:t>dalam</a:t>
            </a:r>
            <a:r>
              <a:rPr lang="en-US" sz="2200" dirty="0"/>
              <a:t> </a:t>
            </a:r>
            <a:r>
              <a:rPr lang="en-US" sz="2200" dirty="0" err="1"/>
              <a:t>fungsi</a:t>
            </a:r>
            <a:r>
              <a:rPr lang="en-US" sz="2200" dirty="0"/>
              <a:t> </a:t>
            </a:r>
            <a:r>
              <a:rPr lang="en-US" sz="2200" dirty="0" err="1"/>
              <a:t>keanggotaan</a:t>
            </a:r>
            <a:r>
              <a:rPr lang="en-US" sz="2200" dirty="0"/>
              <a:t> </a:t>
            </a:r>
            <a:r>
              <a:rPr lang="en-US" sz="2200" i="1" dirty="0"/>
              <a:t>fuzzy</a:t>
            </a:r>
            <a:r>
              <a:rPr lang="en-US" sz="2200" dirty="0"/>
              <a:t>. </a:t>
            </a:r>
            <a:endParaRPr lang="en-US" sz="2200" dirty="0"/>
          </a:p>
        </p:txBody>
      </p:sp>
      <p:pic>
        <p:nvPicPr>
          <p:cNvPr id="2050" name="Picture 2" descr="https://lh3.googleusercontent.com/1ga5rIn3dpQ6LR3o6WtKpo4g1Un7gox_3XShGbTJZXWvyhHUblY8__8phvhSYMsmgtx_jjRj_jKXxTxigVzr6swsunYtMM13YdudkE5EfazWbsHYoI-F-J2_UVKkyyMnUj5Q_rQ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4455" y="3399968"/>
            <a:ext cx="6309771" cy="270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1083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Segmentasi</a:t>
            </a:r>
            <a:r>
              <a:rPr lang="en-US" dirty="0" smtClean="0"/>
              <a:t> </a:t>
            </a:r>
            <a:r>
              <a:rPr lang="en-US" dirty="0" err="1" smtClean="0"/>
              <a:t>Warna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10693"/>
            <a:ext cx="5774373" cy="1457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7995" y="2216331"/>
            <a:ext cx="2888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</a:t>
            </a:r>
            <a:r>
              <a:rPr lang="en-US" dirty="0" smtClean="0"/>
              <a:t> yang </a:t>
            </a:r>
            <a:r>
              <a:rPr lang="en-US" dirty="0" err="1" smtClean="0"/>
              <a:t>diperlukan</a:t>
            </a:r>
            <a:endParaRPr lang="en-US" dirty="0"/>
          </a:p>
        </p:txBody>
      </p:sp>
      <p:cxnSp>
        <p:nvCxnSpPr>
          <p:cNvPr id="6" name="Straight Arrow Connector 5"/>
          <p:cNvCxnSpPr>
            <a:stCxn id="3" idx="3"/>
            <a:endCxn id="4" idx="1"/>
          </p:cNvCxnSpPr>
          <p:nvPr/>
        </p:nvCxnSpPr>
        <p:spPr>
          <a:xfrm>
            <a:off x="6383973" y="2539497"/>
            <a:ext cx="157402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" y="3760114"/>
            <a:ext cx="5774373" cy="20722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7995" y="4334576"/>
            <a:ext cx="31340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Lakukan</a:t>
            </a:r>
            <a:r>
              <a:rPr lang="en-US" dirty="0" smtClean="0"/>
              <a:t> </a:t>
            </a:r>
            <a:r>
              <a:rPr lang="en-US" dirty="0" err="1" smtClean="0"/>
              <a:t>pembcaan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lakukan</a:t>
            </a:r>
            <a:r>
              <a:rPr lang="en-US" dirty="0" smtClean="0"/>
              <a:t> blur </a:t>
            </a:r>
            <a:r>
              <a:rPr lang="en-US" dirty="0" err="1" smtClean="0"/>
              <a:t>pada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cxnSp>
        <p:nvCxnSpPr>
          <p:cNvPr id="11" name="Straight Arrow Connector 10"/>
          <p:cNvCxnSpPr>
            <a:stCxn id="7" idx="3"/>
            <a:endCxn id="9" idx="1"/>
          </p:cNvCxnSpPr>
          <p:nvPr/>
        </p:nvCxnSpPr>
        <p:spPr>
          <a:xfrm flipV="1">
            <a:off x="6383972" y="4796241"/>
            <a:ext cx="1574023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1677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Segmentasi</a:t>
            </a:r>
            <a:r>
              <a:rPr lang="en-US" dirty="0"/>
              <a:t> </a:t>
            </a:r>
            <a:r>
              <a:rPr lang="en-US" dirty="0" err="1"/>
              <a:t>Warna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1" y="2018717"/>
            <a:ext cx="5546756" cy="12226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42359" y="2168385"/>
            <a:ext cx="36123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Lower_green</a:t>
            </a:r>
            <a:r>
              <a:rPr lang="en-US" dirty="0" smtClean="0"/>
              <a:t> </a:t>
            </a:r>
            <a:r>
              <a:rPr lang="en-US" dirty="0" err="1" smtClean="0"/>
              <a:t>yaitu</a:t>
            </a:r>
            <a:r>
              <a:rPr lang="en-US" dirty="0" smtClean="0"/>
              <a:t> </a:t>
            </a:r>
            <a:r>
              <a:rPr lang="en-US" dirty="0" err="1" smtClean="0"/>
              <a:t>ambang</a:t>
            </a:r>
            <a:r>
              <a:rPr lang="en-US" dirty="0" smtClean="0"/>
              <a:t> </a:t>
            </a:r>
            <a:r>
              <a:rPr lang="en-US" dirty="0" err="1" smtClean="0"/>
              <a:t>batas</a:t>
            </a:r>
            <a:r>
              <a:rPr lang="en-US" dirty="0" smtClean="0"/>
              <a:t> </a:t>
            </a:r>
            <a:r>
              <a:rPr lang="en-US" dirty="0" err="1" smtClean="0"/>
              <a:t>bawah</a:t>
            </a:r>
            <a:r>
              <a:rPr lang="en-US" dirty="0" smtClean="0"/>
              <a:t>,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upper_green</a:t>
            </a:r>
            <a:r>
              <a:rPr lang="en-US" dirty="0" smtClean="0"/>
              <a:t> </a:t>
            </a:r>
            <a:r>
              <a:rPr lang="en-US" dirty="0" err="1" smtClean="0"/>
              <a:t>yaitu</a:t>
            </a:r>
            <a:r>
              <a:rPr lang="en-US" dirty="0" smtClean="0"/>
              <a:t> </a:t>
            </a:r>
            <a:r>
              <a:rPr lang="en-US" dirty="0" err="1" smtClean="0"/>
              <a:t>ambang</a:t>
            </a:r>
            <a:r>
              <a:rPr lang="en-US" dirty="0" smtClean="0"/>
              <a:t> </a:t>
            </a:r>
            <a:r>
              <a:rPr lang="en-US" dirty="0" err="1" smtClean="0"/>
              <a:t>batas</a:t>
            </a:r>
            <a:r>
              <a:rPr lang="en-US" dirty="0" smtClean="0"/>
              <a:t> </a:t>
            </a:r>
            <a:r>
              <a:rPr lang="en-US" dirty="0" err="1" smtClean="0"/>
              <a:t>atas</a:t>
            </a:r>
            <a:endParaRPr lang="en-US" dirty="0"/>
          </a:p>
        </p:txBody>
      </p:sp>
      <p:cxnSp>
        <p:nvCxnSpPr>
          <p:cNvPr id="8" name="Straight Arrow Connector 7"/>
          <p:cNvCxnSpPr>
            <a:stCxn id="3" idx="3"/>
            <a:endCxn id="6" idx="1"/>
          </p:cNvCxnSpPr>
          <p:nvPr/>
        </p:nvCxnSpPr>
        <p:spPr>
          <a:xfrm flipV="1">
            <a:off x="6156357" y="2630050"/>
            <a:ext cx="1186002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03049"/>
            <a:ext cx="5546757" cy="11682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42359" y="3721322"/>
            <a:ext cx="36213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Mask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b="1" dirty="0" smtClean="0"/>
              <a:t>cv2.inRange(</a:t>
            </a:r>
            <a:r>
              <a:rPr lang="en-US" b="1" dirty="0" err="1" smtClean="0"/>
              <a:t>image,lower,upper</a:t>
            </a:r>
            <a:r>
              <a:rPr lang="en-US" b="1" dirty="0" smtClean="0"/>
              <a:t>)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segmentasi</a:t>
            </a:r>
            <a:r>
              <a:rPr lang="en-US" dirty="0" smtClean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b="1" dirty="0" smtClean="0"/>
              <a:t>cv2.bitwise_end()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332945"/>
            <a:ext cx="5546757" cy="1219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42359" y="5757910"/>
            <a:ext cx="3621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Tampilkan</a:t>
            </a:r>
            <a:r>
              <a:rPr lang="en-US" dirty="0" smtClean="0"/>
              <a:t> </a:t>
            </a:r>
            <a:r>
              <a:rPr lang="en-US" dirty="0" err="1" smtClean="0"/>
              <a:t>Hasil</a:t>
            </a:r>
            <a:r>
              <a:rPr lang="en-US" dirty="0" smtClean="0"/>
              <a:t> </a:t>
            </a:r>
            <a:r>
              <a:rPr lang="en-US" dirty="0" err="1" smtClean="0"/>
              <a:t>nya</a:t>
            </a:r>
            <a:r>
              <a:rPr lang="en-US" dirty="0" smtClean="0"/>
              <a:t>..</a:t>
            </a:r>
          </a:p>
        </p:txBody>
      </p:sp>
      <p:cxnSp>
        <p:nvCxnSpPr>
          <p:cNvPr id="14" name="Straight Arrow Connector 13"/>
          <p:cNvCxnSpPr>
            <a:stCxn id="9" idx="3"/>
            <a:endCxn id="10" idx="1"/>
          </p:cNvCxnSpPr>
          <p:nvPr/>
        </p:nvCxnSpPr>
        <p:spPr>
          <a:xfrm>
            <a:off x="6156357" y="4287165"/>
            <a:ext cx="1186002" cy="343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3"/>
            <a:endCxn id="12" idx="1"/>
          </p:cNvCxnSpPr>
          <p:nvPr/>
        </p:nvCxnSpPr>
        <p:spPr>
          <a:xfrm flipV="1">
            <a:off x="6156357" y="5942576"/>
            <a:ext cx="1186002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836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TERIMAH KASIH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2863494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elcome to PowerPoint.potx" id="{43699C43-EC89-4A55-9A99-3FD944590577}" vid="{3C36ED3A-1C33-4ECB-8650-37D568EF45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1584528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 xsi:nil="true"/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2012-06-20T23:39:00+00:00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TP102923943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843282</LocLastLocAttemptVersionLookup>
    <IsSearchable xmlns="4873beb7-5857-4685-be1f-d57550cc96cc">true</IsSearchable>
    <TemplateTemplateType xmlns="4873beb7-5857-4685-be1f-d57550cc96cc">PowerPoint Template - Slideshow Launch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LocMarketGroupTiers2 xmlns="4873beb7-5857-4685-be1f-d57550cc96cc" xsi:nil="true"/>
    <APAuthor xmlns="4873beb7-5857-4685-be1f-d57550cc96cc">
      <UserInfo>
        <DisplayName>REDMOND\v-sa</DisplayName>
        <AccountId>2467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</documentManagement>
</p:properties>
</file>

<file path=customXml/itemProps1.xml><?xml version="1.0" encoding="utf-8"?>
<ds:datastoreItem xmlns:ds="http://schemas.openxmlformats.org/officeDocument/2006/customXml" ds:itemID="{63EE7759-C66F-4EA4-9863-7EBA32518D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DEC53A-9DF1-4780-BE92-17E971B7A9E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970C04F-E7AC-41AB-9C6D-1B1BB88BFF7F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4873beb7-5857-4685-be1f-d57550cc96cc"/>
    <ds:schemaRef ds:uri="http://purl.org/dc/terms/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 2013</Template>
  <TotalTime>373</TotalTime>
  <Words>302</Words>
  <Application>Microsoft Office PowerPoint</Application>
  <PresentationFormat>Widescreen</PresentationFormat>
  <Paragraphs>44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Segoe UI Light</vt:lpstr>
      <vt:lpstr>WelcomeDoc</vt:lpstr>
      <vt:lpstr>Pengolahan Citra Digital</vt:lpstr>
      <vt:lpstr>Segmentasi Citra</vt:lpstr>
      <vt:lpstr>Tujuan Segmentasi Citra</vt:lpstr>
      <vt:lpstr>Metode Segmentasi</vt:lpstr>
      <vt:lpstr>Pixel-based Segmentation</vt:lpstr>
      <vt:lpstr>Segmentasi Warna</vt:lpstr>
      <vt:lpstr>Segmentasi Warna</vt:lpstr>
      <vt:lpstr>Segmentasi Warna</vt:lpstr>
      <vt:lpstr>TERIMAH KASIH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Pengolahan Citra Digital</dc:title>
  <dc:creator>LENOVO</dc:creator>
  <cp:keywords/>
  <cp:lastModifiedBy>LENOVO</cp:lastModifiedBy>
  <cp:revision>86</cp:revision>
  <dcterms:created xsi:type="dcterms:W3CDTF">2022-03-01T01:11:31Z</dcterms:created>
  <dcterms:modified xsi:type="dcterms:W3CDTF">2022-04-03T23:51:37Z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_TemplateID">
    <vt:lpwstr>TC029239449991</vt:lpwstr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LocalizationTags">
    <vt:lpwstr/>
  </property>
  <property fmtid="{D5CDD505-2E9C-101B-9397-08002B2CF9AE}" pid="7" name="ScenarioTags">
    <vt:lpwstr/>
  </property>
  <property fmtid="{D5CDD505-2E9C-101B-9397-08002B2CF9AE}" pid="8" name="CampaignTags">
    <vt:lpwstr/>
  </property>
</Properties>
</file>