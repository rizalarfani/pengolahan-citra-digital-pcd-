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4/4/2022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zalarfani/Pengolahan-Citra-Digital-PCD-/blob/master/Latihan/Segmentasi%20Citra.ipyn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4952" y="3857452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 smtClean="0">
                <a:solidFill>
                  <a:schemeClr val="bg1"/>
                </a:solidFill>
              </a:rPr>
              <a:t>Segmentasi</a:t>
            </a:r>
            <a:r>
              <a:rPr lang="en-US" sz="2400" b="1" i="1" dirty="0" smtClean="0">
                <a:solidFill>
                  <a:schemeClr val="bg1"/>
                </a:solidFill>
              </a:rPr>
              <a:t> Citra</a:t>
            </a:r>
            <a:endParaRPr lang="en-US" sz="2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Segmentasi</a:t>
            </a:r>
            <a:r>
              <a:rPr lang="en-US" dirty="0" smtClean="0"/>
              <a:t> Citra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837854"/>
            <a:ext cx="101036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err="1"/>
              <a:t>Segmentasi</a:t>
            </a:r>
            <a:r>
              <a:rPr lang="en-US" sz="2200" b="1" dirty="0"/>
              <a:t> </a:t>
            </a:r>
            <a:r>
              <a:rPr lang="en-US" sz="2200" b="1" dirty="0" err="1"/>
              <a:t>citra</a:t>
            </a:r>
            <a:r>
              <a:rPr lang="en-US" sz="2200" dirty="0"/>
              <a:t> </a:t>
            </a:r>
            <a:r>
              <a:rPr lang="en-US" sz="2200" dirty="0" err="1"/>
              <a:t>merupakan</a:t>
            </a:r>
            <a:r>
              <a:rPr lang="en-US" sz="2200" dirty="0"/>
              <a:t> proses yang </a:t>
            </a:r>
            <a:r>
              <a:rPr lang="en-US" sz="2200" dirty="0" err="1"/>
              <a:t>ditujukan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b="1" dirty="0" err="1"/>
              <a:t>mendapatkan</a:t>
            </a:r>
            <a:r>
              <a:rPr lang="en-US" sz="2200" b="1" dirty="0"/>
              <a:t> </a:t>
            </a:r>
            <a:r>
              <a:rPr lang="en-US" sz="2200" b="1" dirty="0" err="1"/>
              <a:t>objek-objek</a:t>
            </a:r>
            <a:r>
              <a:rPr lang="en-US" sz="2200" dirty="0"/>
              <a:t> yang </a:t>
            </a:r>
            <a:r>
              <a:rPr lang="en-US" sz="2200" dirty="0" err="1"/>
              <a:t>terkandung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r>
              <a:rPr lang="en-US" sz="2200" dirty="0"/>
              <a:t>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b="1" dirty="0" err="1"/>
              <a:t>membagi</a:t>
            </a:r>
            <a:r>
              <a:rPr lang="en-US" sz="2200" b="1" dirty="0"/>
              <a:t> </a:t>
            </a:r>
            <a:r>
              <a:rPr lang="en-US" sz="2200" b="1" dirty="0" err="1"/>
              <a:t>citra</a:t>
            </a:r>
            <a:r>
              <a:rPr lang="en-US" sz="2200" b="1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beberapa</a:t>
            </a:r>
            <a:r>
              <a:rPr lang="en-US" sz="2200" dirty="0"/>
              <a:t> </a:t>
            </a:r>
            <a:r>
              <a:rPr lang="en-US" sz="2200" dirty="0" err="1"/>
              <a:t>daerah</a:t>
            </a:r>
            <a:r>
              <a:rPr lang="en-US" sz="2200" dirty="0"/>
              <a:t> / </a:t>
            </a:r>
            <a:r>
              <a:rPr lang="en-US" sz="2200" dirty="0" err="1"/>
              <a:t>objek</a:t>
            </a:r>
            <a:r>
              <a:rPr lang="en-US" sz="2200" dirty="0"/>
              <a:t> 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kemiripan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daerah</a:t>
            </a:r>
            <a:r>
              <a:rPr lang="en-US" sz="2200" dirty="0"/>
              <a:t>/</a:t>
            </a:r>
            <a:r>
              <a:rPr lang="en-US" sz="2200" dirty="0" err="1"/>
              <a:t>objek</a:t>
            </a:r>
            <a:r>
              <a:rPr lang="en-US" sz="2200" dirty="0"/>
              <a:t> </a:t>
            </a:r>
            <a:r>
              <a:rPr lang="en-US" sz="2200" dirty="0" err="1"/>
              <a:t>tersebut</a:t>
            </a:r>
            <a:r>
              <a:rPr lang="en-US" sz="2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r>
              <a:rPr lang="en-US" sz="2200" dirty="0"/>
              <a:t> yang </a:t>
            </a:r>
            <a:r>
              <a:rPr lang="en-US" sz="2200" dirty="0" err="1"/>
              <a:t>mengandung</a:t>
            </a:r>
            <a:r>
              <a:rPr lang="en-US" sz="2200" dirty="0"/>
              <a:t> </a:t>
            </a:r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, </a:t>
            </a:r>
            <a:r>
              <a:rPr lang="en-US" sz="2200" dirty="0" err="1"/>
              <a:t>objek</a:t>
            </a:r>
            <a:r>
              <a:rPr lang="en-US" sz="2200" dirty="0"/>
              <a:t> </a:t>
            </a:r>
            <a:r>
              <a:rPr lang="en-US" sz="2200" dirty="0" err="1"/>
              <a:t>dibedakan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latar</a:t>
            </a:r>
            <a:r>
              <a:rPr lang="en-US" sz="2200" dirty="0"/>
              <a:t> </a:t>
            </a:r>
            <a:r>
              <a:rPr lang="en-US" sz="2200" dirty="0" err="1"/>
              <a:t>belakangnya</a:t>
            </a:r>
            <a:r>
              <a:rPr lang="en-US" sz="2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Proses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mengidentifikasi</a:t>
            </a:r>
            <a:r>
              <a:rPr lang="en-US" sz="2200" dirty="0"/>
              <a:t> </a:t>
            </a:r>
            <a:r>
              <a:rPr lang="en-US" sz="2200" dirty="0" err="1"/>
              <a:t>kelompok</a:t>
            </a:r>
            <a:r>
              <a:rPr lang="en-US" sz="2200" dirty="0"/>
              <a:t> </a:t>
            </a:r>
            <a:r>
              <a:rPr lang="en-US" sz="2200" dirty="0" err="1"/>
              <a:t>piksel</a:t>
            </a:r>
            <a:r>
              <a:rPr lang="en-US" sz="2200" dirty="0"/>
              <a:t> yang </a:t>
            </a:r>
            <a:r>
              <a:rPr lang="en-US" sz="2200" dirty="0" err="1"/>
              <a:t>memiliki</a:t>
            </a:r>
            <a:r>
              <a:rPr lang="en-US" sz="2200" dirty="0"/>
              <a:t> </a:t>
            </a:r>
            <a:r>
              <a:rPr lang="en-US" sz="2200" dirty="0" err="1"/>
              <a:t>kesamaan</a:t>
            </a:r>
            <a:r>
              <a:rPr lang="en-US" sz="2200" dirty="0"/>
              <a:t> </a:t>
            </a:r>
          </a:p>
        </p:txBody>
      </p:sp>
      <p:pic>
        <p:nvPicPr>
          <p:cNvPr id="1026" name="Picture 2" descr="https://lh6.googleusercontent.com/F35_mO1EKkYKEkbCckFVdlIC_RP0pMvvn086-jgy0bugKweBhT7FCJPBAgiZmcrJvzE7vl69ExfmONBmZJB_dt2PUxgpwynkgW0nD53PC5nwxGI9c8pWJE1QgjoAAN3Soo3rKzj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465" y="4144910"/>
            <a:ext cx="5939073" cy="232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454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Segmentasi</a:t>
            </a:r>
            <a:r>
              <a:rPr lang="en-US" dirty="0" smtClean="0"/>
              <a:t> Citra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720159"/>
            <a:ext cx="102273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Kuantifikasi</a:t>
            </a:r>
            <a:r>
              <a:rPr lang="en-US" sz="2200" dirty="0"/>
              <a:t> </a:t>
            </a:r>
            <a:r>
              <a:rPr lang="en-US" sz="2200" dirty="0" err="1"/>
              <a:t>properti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objek-objek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Berapa</a:t>
            </a:r>
            <a:r>
              <a:rPr lang="en-US" sz="2200" dirty="0"/>
              <a:t> </a:t>
            </a:r>
            <a:r>
              <a:rPr lang="en-US" sz="2200" dirty="0" err="1"/>
              <a:t>ukuran</a:t>
            </a:r>
            <a:r>
              <a:rPr lang="en-US" sz="2200" dirty="0"/>
              <a:t> tumor? </a:t>
            </a:r>
            <a:r>
              <a:rPr lang="en-US" sz="2200" dirty="0" err="1"/>
              <a:t>Apakah</a:t>
            </a:r>
            <a:r>
              <a:rPr lang="en-US" sz="2200" dirty="0"/>
              <a:t> </a:t>
            </a:r>
            <a:r>
              <a:rPr lang="en-US" sz="2200" dirty="0" err="1"/>
              <a:t>membesar</a:t>
            </a:r>
            <a:r>
              <a:rPr lang="en-US" sz="2200" dirty="0"/>
              <a:t>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mengecil</a:t>
            </a:r>
            <a:r>
              <a:rPr lang="en-US" sz="2200" dirty="0"/>
              <a:t>?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Analisis</a:t>
            </a:r>
            <a:r>
              <a:rPr lang="en-US" sz="2200" dirty="0"/>
              <a:t> </a:t>
            </a:r>
            <a:r>
              <a:rPr lang="en-US" sz="2200" dirty="0" err="1"/>
              <a:t>statistik</a:t>
            </a:r>
            <a:r>
              <a:rPr lang="en-US" sz="2200" dirty="0"/>
              <a:t>: </a:t>
            </a:r>
            <a:r>
              <a:rPr lang="en-US" sz="2200" dirty="0" err="1"/>
              <a:t>berapa</a:t>
            </a:r>
            <a:r>
              <a:rPr lang="en-US" sz="2200" dirty="0"/>
              <a:t> </a:t>
            </a:r>
            <a:r>
              <a:rPr lang="en-US" sz="2200" dirty="0" err="1"/>
              <a:t>banyak</a:t>
            </a:r>
            <a:r>
              <a:rPr lang="en-US" sz="2200" dirty="0"/>
              <a:t> </a:t>
            </a:r>
            <a:r>
              <a:rPr lang="en-US" sz="2200" dirty="0" err="1"/>
              <a:t>pengunjung</a:t>
            </a:r>
            <a:r>
              <a:rPr lang="en-US" sz="2200" dirty="0"/>
              <a:t> </a:t>
            </a:r>
            <a:r>
              <a:rPr lang="en-US" sz="2200" dirty="0" err="1"/>
              <a:t>tempat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?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Menghitung</a:t>
            </a:r>
            <a:r>
              <a:rPr lang="en-US" sz="2200" dirty="0"/>
              <a:t> </a:t>
            </a:r>
            <a:r>
              <a:rPr lang="en-US" sz="2200" dirty="0" err="1"/>
              <a:t>jumlah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 </a:t>
            </a:r>
            <a:r>
              <a:rPr lang="en-US" sz="2200" dirty="0" err="1"/>
              <a:t>tertentu</a:t>
            </a:r>
            <a:r>
              <a:rPr lang="en-US" sz="2200" dirty="0"/>
              <a:t>: </a:t>
            </a:r>
            <a:r>
              <a:rPr lang="en-US" sz="2200" dirty="0" err="1"/>
              <a:t>berapa</a:t>
            </a:r>
            <a:r>
              <a:rPr lang="en-US" sz="2200" dirty="0"/>
              <a:t> </a:t>
            </a:r>
            <a:r>
              <a:rPr lang="en-US" sz="2200" dirty="0" err="1"/>
              <a:t>banyak</a:t>
            </a:r>
            <a:r>
              <a:rPr lang="en-US" sz="2200" dirty="0"/>
              <a:t> orang di </a:t>
            </a:r>
            <a:r>
              <a:rPr lang="en-US" sz="2200" dirty="0" err="1"/>
              <a:t>ruangan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Deteksi</a:t>
            </a:r>
            <a:r>
              <a:rPr lang="en-US" sz="2200" dirty="0"/>
              <a:t> / </a:t>
            </a:r>
            <a:r>
              <a:rPr lang="en-US" sz="2200" dirty="0" err="1"/>
              <a:t>lokalisasi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Dimana</a:t>
            </a:r>
            <a:r>
              <a:rPr lang="en-US" sz="2200" dirty="0"/>
              <a:t> </a:t>
            </a:r>
            <a:r>
              <a:rPr lang="en-US" sz="2200" dirty="0" err="1"/>
              <a:t>kendaraannya</a:t>
            </a:r>
            <a:r>
              <a:rPr lang="en-US" sz="2200" dirty="0"/>
              <a:t>? </a:t>
            </a:r>
            <a:r>
              <a:rPr lang="en-US" sz="2200" dirty="0" err="1"/>
              <a:t>Dimana</a:t>
            </a:r>
            <a:r>
              <a:rPr lang="en-US" sz="2200" dirty="0"/>
              <a:t> </a:t>
            </a:r>
            <a:r>
              <a:rPr lang="en-US" sz="2200" dirty="0" err="1"/>
              <a:t>orangnya</a:t>
            </a:r>
            <a:r>
              <a:rPr lang="en-US" sz="2200" dirty="0"/>
              <a:t>?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Adakah</a:t>
            </a:r>
            <a:r>
              <a:rPr lang="en-US" sz="2200" dirty="0"/>
              <a:t> orang di </a:t>
            </a:r>
            <a:r>
              <a:rPr lang="en-US" sz="2200" dirty="0" err="1"/>
              <a:t>depan</a:t>
            </a:r>
            <a:r>
              <a:rPr lang="en-US" sz="2200" dirty="0"/>
              <a:t> </a:t>
            </a:r>
            <a:r>
              <a:rPr lang="en-US" sz="2200" dirty="0" err="1"/>
              <a:t>kendaraan</a:t>
            </a:r>
            <a:r>
              <a:rPr lang="en-US" sz="2200" dirty="0"/>
              <a:t>?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Apakah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?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Apakah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orang?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3522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Segmentasi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599" y="1765426"/>
            <a:ext cx="1024550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Segmentasi</a:t>
            </a:r>
            <a:r>
              <a:rPr lang="en-US" sz="2200" dirty="0"/>
              <a:t> </a:t>
            </a:r>
            <a:r>
              <a:rPr lang="en-US" sz="2200" dirty="0" err="1"/>
              <a:t>berbasis</a:t>
            </a:r>
            <a:r>
              <a:rPr lang="en-US" sz="2200" dirty="0"/>
              <a:t> </a:t>
            </a:r>
            <a:r>
              <a:rPr lang="en-US" sz="2200" dirty="0" err="1"/>
              <a:t>piksel</a:t>
            </a:r>
            <a:r>
              <a:rPr lang="en-US" sz="2200" dirty="0"/>
              <a:t> (Pixel-based methods)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Klasterisasi</a:t>
            </a:r>
            <a:r>
              <a:rPr lang="en-US" sz="2200" dirty="0"/>
              <a:t> / </a:t>
            </a:r>
            <a:r>
              <a:rPr lang="en-US" sz="2200" dirty="0" err="1"/>
              <a:t>klasifikasi</a:t>
            </a:r>
            <a:r>
              <a:rPr lang="en-US" sz="2200" dirty="0"/>
              <a:t> </a:t>
            </a:r>
            <a:r>
              <a:rPr lang="en-US" sz="2200" dirty="0" err="1"/>
              <a:t>piksel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menghasilkan</a:t>
            </a:r>
            <a:r>
              <a:rPr lang="en-US" sz="2200" dirty="0"/>
              <a:t> area </a:t>
            </a:r>
            <a:r>
              <a:rPr lang="en-US" sz="2200" dirty="0" err="1"/>
              <a:t>objek</a:t>
            </a:r>
            <a:endParaRPr lang="en-US" sz="22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Berbasis</a:t>
            </a:r>
            <a:r>
              <a:rPr lang="en-US" sz="2200" dirty="0"/>
              <a:t> area / region (Region-based methods)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Area/region yang </a:t>
            </a:r>
            <a:r>
              <a:rPr lang="en-US" sz="2200" dirty="0" err="1"/>
              <a:t>memiliki</a:t>
            </a:r>
            <a:r>
              <a:rPr lang="en-US" sz="2200" dirty="0"/>
              <a:t> </a:t>
            </a:r>
            <a:r>
              <a:rPr lang="en-US" sz="2200" dirty="0" err="1"/>
              <a:t>kesamaan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Area yang </a:t>
            </a:r>
            <a:r>
              <a:rPr lang="en-US" sz="2200" dirty="0" err="1"/>
              <a:t>memenuhi</a:t>
            </a:r>
            <a:r>
              <a:rPr lang="en-US" sz="2200" dirty="0"/>
              <a:t> </a:t>
            </a:r>
            <a:r>
              <a:rPr lang="en-US" sz="2200" dirty="0" err="1"/>
              <a:t>kriteria</a:t>
            </a:r>
            <a:r>
              <a:rPr lang="en-US" sz="2200" dirty="0"/>
              <a:t> </a:t>
            </a:r>
            <a:r>
              <a:rPr lang="en-US" sz="2200" dirty="0" err="1" smtClean="0"/>
              <a:t>tertentu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2299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Pixel-based Segmentation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674891"/>
            <a:ext cx="1001011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Basic </a:t>
            </a:r>
            <a:r>
              <a:rPr lang="en-US" sz="2200" dirty="0" err="1"/>
              <a:t>Thresholding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Klasifikasi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r>
              <a:rPr lang="en-US" sz="2200" dirty="0"/>
              <a:t> 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 </a:t>
            </a:r>
            <a:r>
              <a:rPr lang="en-US" sz="2200" dirty="0" err="1"/>
              <a:t>nilai</a:t>
            </a:r>
            <a:r>
              <a:rPr lang="en-US" sz="2200" dirty="0"/>
              <a:t> </a:t>
            </a:r>
            <a:r>
              <a:rPr lang="en-US" sz="2200" dirty="0" err="1" smtClean="0"/>
              <a:t>thresholding</a:t>
            </a:r>
            <a:r>
              <a:rPr lang="en-US" sz="2200" dirty="0" smtClean="0"/>
              <a:t> -&gt; </a:t>
            </a:r>
            <a:r>
              <a:rPr lang="en-US" sz="2200" dirty="0"/>
              <a:t>global </a:t>
            </a:r>
            <a:r>
              <a:rPr lang="en-US" sz="2200" dirty="0" err="1"/>
              <a:t>thresholding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Contoh</a:t>
            </a:r>
            <a:r>
              <a:rPr lang="en-US" sz="2200" dirty="0"/>
              <a:t> </a:t>
            </a:r>
            <a:r>
              <a:rPr lang="en-US" sz="2200" dirty="0" err="1"/>
              <a:t>penerapan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pengubahan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r>
              <a:rPr lang="en-US" sz="2200" dirty="0"/>
              <a:t> grayscale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citra</a:t>
            </a:r>
            <a:r>
              <a:rPr lang="en-US" sz="2200" dirty="0"/>
              <a:t> </a:t>
            </a:r>
            <a:r>
              <a:rPr lang="en-US" sz="2200" dirty="0" err="1"/>
              <a:t>biner</a:t>
            </a:r>
            <a:r>
              <a:rPr lang="en-US" sz="2200" dirty="0"/>
              <a:t> (</a:t>
            </a:r>
            <a:r>
              <a:rPr lang="en-US" sz="2200" dirty="0" err="1"/>
              <a:t>hitam-putih</a:t>
            </a:r>
            <a:r>
              <a:rPr lang="en-US" sz="2200" dirty="0"/>
              <a:t>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Adaptive </a:t>
            </a:r>
            <a:r>
              <a:rPr lang="en-US" sz="2200" dirty="0" err="1"/>
              <a:t>Thresholding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Nilai</a:t>
            </a:r>
            <a:r>
              <a:rPr lang="en-US" sz="2200" dirty="0"/>
              <a:t> </a:t>
            </a:r>
            <a:r>
              <a:rPr lang="en-US" sz="2200" dirty="0" err="1"/>
              <a:t>thresholding</a:t>
            </a:r>
            <a:r>
              <a:rPr lang="en-US" sz="2200" dirty="0"/>
              <a:t> </a:t>
            </a:r>
            <a:r>
              <a:rPr lang="en-US" sz="2200" dirty="0" err="1"/>
              <a:t>ditentukan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adaptif</a:t>
            </a:r>
            <a:r>
              <a:rPr lang="en-US" sz="2200" dirty="0"/>
              <a:t> (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</a:t>
            </a:r>
            <a:r>
              <a:rPr lang="en-US" sz="2200" dirty="0" err="1"/>
              <a:t>piksel</a:t>
            </a:r>
            <a:r>
              <a:rPr lang="en-US" sz="2200" dirty="0"/>
              <a:t> di </a:t>
            </a:r>
            <a:r>
              <a:rPr lang="en-US" sz="2200" dirty="0" err="1" smtClean="0"/>
              <a:t>sekitarnya</a:t>
            </a:r>
            <a:r>
              <a:rPr lang="en-US" sz="2200" dirty="0"/>
              <a:t> </a:t>
            </a:r>
            <a:r>
              <a:rPr lang="en-US" sz="2200" dirty="0" smtClean="0"/>
              <a:t>-&gt; </a:t>
            </a:r>
            <a:r>
              <a:rPr lang="en-US" sz="2200" dirty="0"/>
              <a:t>local </a:t>
            </a:r>
            <a:r>
              <a:rPr lang="en-US" sz="2200" dirty="0" err="1"/>
              <a:t>thresholding</a:t>
            </a:r>
            <a:endParaRPr lang="en-US" sz="22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dirty="0"/>
              <a:t>Range </a:t>
            </a:r>
            <a:r>
              <a:rPr lang="en-US" sz="2200" dirty="0" err="1"/>
              <a:t>Thresholding</a:t>
            </a:r>
            <a:r>
              <a:rPr lang="en-US" sz="2200" dirty="0"/>
              <a:t> (Multi-level </a:t>
            </a:r>
            <a:r>
              <a:rPr lang="en-US" sz="2200" dirty="0" err="1"/>
              <a:t>thresholding</a:t>
            </a:r>
            <a:r>
              <a:rPr lang="en-US" sz="2200" dirty="0"/>
              <a:t>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Nilai</a:t>
            </a:r>
            <a:r>
              <a:rPr lang="en-US" sz="2200" dirty="0"/>
              <a:t> </a:t>
            </a:r>
            <a:r>
              <a:rPr lang="en-US" sz="2200" dirty="0" err="1"/>
              <a:t>thresholding</a:t>
            </a:r>
            <a:r>
              <a:rPr lang="en-US" sz="2200" dirty="0"/>
              <a:t> </a:t>
            </a:r>
            <a:r>
              <a:rPr lang="en-US" sz="2200" dirty="0" err="1"/>
              <a:t>bisa</a:t>
            </a:r>
            <a:r>
              <a:rPr lang="en-US" sz="2200" dirty="0"/>
              <a:t> </a:t>
            </a:r>
            <a:r>
              <a:rPr lang="en-US" sz="2200" dirty="0" err="1"/>
              <a:t>dua</a:t>
            </a:r>
            <a:r>
              <a:rPr lang="en-US" sz="2200" dirty="0"/>
              <a:t>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lebih</a:t>
            </a:r>
            <a:endParaRPr lang="en-US" sz="2200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200" dirty="0" err="1"/>
              <a:t>Menggunakan</a:t>
            </a:r>
            <a:r>
              <a:rPr lang="en-US" sz="2200" dirty="0"/>
              <a:t> </a:t>
            </a:r>
            <a:r>
              <a:rPr lang="en-US" sz="2200" dirty="0" err="1"/>
              <a:t>probabilitas</a:t>
            </a:r>
            <a:r>
              <a:rPr lang="en-US" sz="2200" dirty="0"/>
              <a:t> Gaussian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melakukan</a:t>
            </a:r>
            <a:r>
              <a:rPr lang="en-US" sz="2200" dirty="0"/>
              <a:t> </a:t>
            </a:r>
            <a:r>
              <a:rPr lang="en-US" sz="2200" dirty="0" err="1"/>
              <a:t>segmentasi</a:t>
            </a:r>
            <a:r>
              <a:rPr lang="en-US" sz="2200" dirty="0"/>
              <a:t> </a:t>
            </a:r>
            <a:r>
              <a:rPr lang="en-US" sz="2200" dirty="0" err="1" smtClean="0"/>
              <a:t>piksel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8694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Segmentasi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599" y="1828799"/>
            <a:ext cx="10118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Segmentasi</a:t>
            </a:r>
            <a:r>
              <a:rPr lang="en-US" sz="2200" dirty="0"/>
              <a:t> </a:t>
            </a:r>
            <a:r>
              <a:rPr lang="en-US" sz="2200" dirty="0" err="1"/>
              <a:t>warna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dilakukan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ruang</a:t>
            </a:r>
            <a:r>
              <a:rPr lang="en-US" sz="2200" dirty="0"/>
              <a:t> </a:t>
            </a:r>
            <a:r>
              <a:rPr lang="en-US" sz="2200" dirty="0" err="1"/>
              <a:t>warna</a:t>
            </a:r>
            <a:r>
              <a:rPr lang="en-US" sz="2200" dirty="0"/>
              <a:t> HLS. </a:t>
            </a:r>
            <a:r>
              <a:rPr lang="en-US" sz="2200" dirty="0" err="1"/>
              <a:t>Kemudian</a:t>
            </a:r>
            <a:r>
              <a:rPr lang="en-US" sz="2200" dirty="0"/>
              <a:t>,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berpedoman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susunan</a:t>
            </a:r>
            <a:r>
              <a:rPr lang="en-US" sz="2200" dirty="0"/>
              <a:t> </a:t>
            </a:r>
            <a:r>
              <a:rPr lang="en-US" sz="2200" dirty="0" err="1"/>
              <a:t>warna</a:t>
            </a:r>
            <a:r>
              <a:rPr lang="en-US" sz="2200" dirty="0"/>
              <a:t>, </a:t>
            </a:r>
            <a:r>
              <a:rPr lang="en-US" sz="2200" dirty="0" err="1"/>
              <a:t>dilakukan</a:t>
            </a:r>
            <a:r>
              <a:rPr lang="en-US" sz="2200" dirty="0"/>
              <a:t> </a:t>
            </a:r>
            <a:r>
              <a:rPr lang="en-US" sz="2200" dirty="0" err="1"/>
              <a:t>pengubahan</a:t>
            </a:r>
            <a:r>
              <a:rPr lang="en-US" sz="2200" dirty="0"/>
              <a:t> </a:t>
            </a:r>
            <a:r>
              <a:rPr lang="en-US" sz="2200" dirty="0" err="1"/>
              <a:t>warna</a:t>
            </a:r>
            <a:r>
              <a:rPr lang="en-US" sz="2200" dirty="0"/>
              <a:t> </a:t>
            </a:r>
            <a:r>
              <a:rPr lang="en-US" sz="2200" i="1" dirty="0"/>
              <a:t>Hue </a:t>
            </a:r>
            <a:r>
              <a:rPr lang="en-US" sz="2200" dirty="0"/>
              <a:t>yang </a:t>
            </a:r>
            <a:r>
              <a:rPr lang="en-US" sz="2200" dirty="0" err="1"/>
              <a:t>berdekatan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warna</a:t>
            </a:r>
            <a:r>
              <a:rPr lang="en-US" sz="2200" dirty="0"/>
              <a:t> yang </a:t>
            </a:r>
            <a:r>
              <a:rPr lang="en-US" sz="2200" dirty="0" err="1"/>
              <a:t>menjadi</a:t>
            </a:r>
            <a:r>
              <a:rPr lang="en-US" sz="2200" dirty="0"/>
              <a:t> </a:t>
            </a:r>
            <a:r>
              <a:rPr lang="en-US" sz="2200" dirty="0" err="1"/>
              <a:t>pusat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fungsi</a:t>
            </a:r>
            <a:r>
              <a:rPr lang="en-US" sz="2200" dirty="0"/>
              <a:t> </a:t>
            </a:r>
            <a:r>
              <a:rPr lang="en-US" sz="2200" dirty="0" err="1"/>
              <a:t>keanggotaan</a:t>
            </a:r>
            <a:r>
              <a:rPr lang="en-US" sz="2200" dirty="0"/>
              <a:t> </a:t>
            </a:r>
            <a:r>
              <a:rPr lang="en-US" sz="2200" i="1" dirty="0"/>
              <a:t>fuzzy</a:t>
            </a:r>
            <a:r>
              <a:rPr lang="en-US" sz="2200" dirty="0"/>
              <a:t>. </a:t>
            </a:r>
          </a:p>
        </p:txBody>
      </p:sp>
      <p:pic>
        <p:nvPicPr>
          <p:cNvPr id="2050" name="Picture 2" descr="https://lh3.googleusercontent.com/1ga5rIn3dpQ6LR3o6WtKpo4g1Un7gox_3XShGbTJZXWvyhHUblY8__8phvhSYMsmgtx_jjRj_jKXxTxigVzr6swsunYtMM13YdudkE5EfazWbsHYoI-F-J2_UVKkyyMnUj5Q_rQ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455" y="3399968"/>
            <a:ext cx="6309771" cy="270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08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Segmentasi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10693"/>
            <a:ext cx="5774373" cy="1457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7995" y="2216331"/>
            <a:ext cx="2888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 </a:t>
            </a:r>
            <a:r>
              <a:rPr lang="en-US" dirty="0" err="1" smtClean="0"/>
              <a:t>Pustaka</a:t>
            </a:r>
            <a:r>
              <a:rPr lang="en-US" dirty="0" smtClean="0"/>
              <a:t> yang </a:t>
            </a:r>
            <a:r>
              <a:rPr lang="en-US" dirty="0" err="1" smtClean="0"/>
              <a:t>diperlukan</a:t>
            </a:r>
            <a:endParaRPr lang="en-US" dirty="0"/>
          </a:p>
        </p:txBody>
      </p:sp>
      <p:cxnSp>
        <p:nvCxnSpPr>
          <p:cNvPr id="6" name="Straight Arrow Connector 5"/>
          <p:cNvCxnSpPr>
            <a:stCxn id="3" idx="3"/>
            <a:endCxn id="4" idx="1"/>
          </p:cNvCxnSpPr>
          <p:nvPr/>
        </p:nvCxnSpPr>
        <p:spPr>
          <a:xfrm>
            <a:off x="6383973" y="2539497"/>
            <a:ext cx="15740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760114"/>
            <a:ext cx="5774373" cy="2072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7995" y="4334576"/>
            <a:ext cx="3134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pembcaan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lakukan</a:t>
            </a:r>
            <a:r>
              <a:rPr lang="en-US" dirty="0" smtClean="0"/>
              <a:t> blur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7" idx="3"/>
            <a:endCxn id="9" idx="1"/>
          </p:cNvCxnSpPr>
          <p:nvPr/>
        </p:nvCxnSpPr>
        <p:spPr>
          <a:xfrm flipV="1">
            <a:off x="6383972" y="4796241"/>
            <a:ext cx="157402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67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Segmentasi</a:t>
            </a:r>
            <a:r>
              <a:rPr lang="en-US" dirty="0"/>
              <a:t> </a:t>
            </a:r>
            <a:r>
              <a:rPr lang="en-US" dirty="0" err="1"/>
              <a:t>Warna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018717"/>
            <a:ext cx="5546756" cy="1222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42359" y="2168385"/>
            <a:ext cx="3612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Lower_green</a:t>
            </a:r>
            <a:r>
              <a:rPr lang="en-US" dirty="0" smtClean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ambang</a:t>
            </a:r>
            <a:r>
              <a:rPr lang="en-US" dirty="0" smtClean="0"/>
              <a:t> </a:t>
            </a:r>
            <a:r>
              <a:rPr lang="en-US" dirty="0" err="1" smtClean="0"/>
              <a:t>batas</a:t>
            </a:r>
            <a:r>
              <a:rPr lang="en-US" dirty="0" smtClean="0"/>
              <a:t> </a:t>
            </a:r>
            <a:r>
              <a:rPr lang="en-US" dirty="0" err="1" smtClean="0"/>
              <a:t>bawah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upper_green</a:t>
            </a:r>
            <a:r>
              <a:rPr lang="en-US" dirty="0" smtClean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ambang</a:t>
            </a:r>
            <a:r>
              <a:rPr lang="en-US" dirty="0" smtClean="0"/>
              <a:t> </a:t>
            </a:r>
            <a:r>
              <a:rPr lang="en-US" dirty="0" err="1" smtClean="0"/>
              <a:t>batas</a:t>
            </a:r>
            <a:r>
              <a:rPr lang="en-US" dirty="0" smtClean="0"/>
              <a:t> </a:t>
            </a:r>
            <a:r>
              <a:rPr lang="en-US" dirty="0" err="1" smtClean="0"/>
              <a:t>atas</a:t>
            </a:r>
            <a:endParaRPr lang="en-US" dirty="0"/>
          </a:p>
        </p:txBody>
      </p:sp>
      <p:cxnSp>
        <p:nvCxnSpPr>
          <p:cNvPr id="8" name="Straight Arrow Connector 7"/>
          <p:cNvCxnSpPr>
            <a:stCxn id="3" idx="3"/>
            <a:endCxn id="6" idx="1"/>
          </p:cNvCxnSpPr>
          <p:nvPr/>
        </p:nvCxnSpPr>
        <p:spPr>
          <a:xfrm flipV="1">
            <a:off x="6156357" y="2630050"/>
            <a:ext cx="118600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03049"/>
            <a:ext cx="5546757" cy="11682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42359" y="3721322"/>
            <a:ext cx="3621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Mask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smtClean="0"/>
              <a:t>cv2.inRange(</a:t>
            </a:r>
            <a:r>
              <a:rPr lang="en-US" b="1" dirty="0" err="1" smtClean="0"/>
              <a:t>image,lower,upper</a:t>
            </a:r>
            <a:r>
              <a:rPr lang="en-US" b="1" dirty="0" smtClean="0"/>
              <a:t>)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segmentasi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smtClean="0"/>
              <a:t>cv2.bitwise_end()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332945"/>
            <a:ext cx="5546757" cy="1219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42359" y="5757910"/>
            <a:ext cx="362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Tampilkan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nya</a:t>
            </a:r>
            <a:r>
              <a:rPr lang="en-US" dirty="0" smtClean="0"/>
              <a:t>..</a:t>
            </a:r>
          </a:p>
        </p:txBody>
      </p:sp>
      <p:cxnSp>
        <p:nvCxnSpPr>
          <p:cNvPr id="14" name="Straight Arrow Connector 13"/>
          <p:cNvCxnSpPr>
            <a:stCxn id="9" idx="3"/>
            <a:endCxn id="10" idx="1"/>
          </p:cNvCxnSpPr>
          <p:nvPr/>
        </p:nvCxnSpPr>
        <p:spPr>
          <a:xfrm>
            <a:off x="6156357" y="4287165"/>
            <a:ext cx="1186002" cy="343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3"/>
            <a:endCxn id="12" idx="1"/>
          </p:cNvCxnSpPr>
          <p:nvPr/>
        </p:nvCxnSpPr>
        <p:spPr>
          <a:xfrm flipV="1">
            <a:off x="6156357" y="5942576"/>
            <a:ext cx="118600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83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838200" y="536014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https://github.com/rizalarfani/Pengolahan-Citra-Digital-PCD-/blob/master/Latihan/Segmentasi%20Citra.ipynb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373</TotalTime>
  <Words>307</Words>
  <Application>Microsoft Office PowerPoint</Application>
  <PresentationFormat>Widescreen</PresentationFormat>
  <Paragraphs>45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Pengolahan Citra Digital</vt:lpstr>
      <vt:lpstr>Segmentasi Citra</vt:lpstr>
      <vt:lpstr>Tujuan Segmentasi Citra</vt:lpstr>
      <vt:lpstr>Metode Segmentasi</vt:lpstr>
      <vt:lpstr>Pixel-based Segmentation</vt:lpstr>
      <vt:lpstr>Segmentasi Warna</vt:lpstr>
      <vt:lpstr>Segmentasi Warna</vt:lpstr>
      <vt:lpstr>Segmentasi Warna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87</cp:revision>
  <dcterms:created xsi:type="dcterms:W3CDTF">2022-03-01T01:11:31Z</dcterms:created>
  <dcterms:modified xsi:type="dcterms:W3CDTF">2022-04-04T01:55:34Z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