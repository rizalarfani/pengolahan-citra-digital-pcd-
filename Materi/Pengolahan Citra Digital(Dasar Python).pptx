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57"/>
            <p14:sldId id="258"/>
            <p14:sldId id="259"/>
            <p14:sldId id="260"/>
            <p14:sldId id="262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>
        <p:scale>
          <a:sx n="75" d="100"/>
          <a:sy n="75" d="100"/>
        </p:scale>
        <p:origin x="32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anikode.com/kategori/desktop" TargetMode="External"/><Relationship Id="rId2" Type="http://schemas.openxmlformats.org/officeDocument/2006/relationships/hyperlink" Target="https://id.wikipedia.org/wiki/Guido_van_Rossum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petanikode.com/kategori/gam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python.org/downloads/windows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alhost:8888/tree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318129"/>
            <a:ext cx="10515600" cy="2387600"/>
          </a:xfrm>
        </p:spPr>
        <p:txBody>
          <a:bodyPr>
            <a:normAutofit/>
          </a:bodyPr>
          <a:lstStyle/>
          <a:p>
            <a:r>
              <a:rPr lang="en-US" sz="6000" b="1" dirty="0" err="1">
                <a:latin typeface="Agency FB" panose="020B0503020202020204" pitchFamily="34" charset="0"/>
              </a:rPr>
              <a:t>Pengolahan</a:t>
            </a:r>
            <a:r>
              <a:rPr lang="en-US" sz="6000" b="1" dirty="0">
                <a:latin typeface="Agency FB" panose="020B0503020202020204" pitchFamily="34" charset="0"/>
              </a:rPr>
              <a:t> Citra Digital</a:t>
            </a:r>
            <a:endParaRPr lang="en-US" sz="6000" dirty="0">
              <a:latin typeface="Agency FB" panose="020B0503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7228436" cy="1137793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Oleh</a:t>
            </a:r>
            <a:r>
              <a:rPr lang="en-US" dirty="0"/>
              <a:t> :</a:t>
            </a:r>
          </a:p>
          <a:p>
            <a:r>
              <a:rPr lang="en-US" dirty="0"/>
              <a:t>Very </a:t>
            </a:r>
            <a:r>
              <a:rPr lang="en-US" dirty="0" err="1"/>
              <a:t>Kurnia</a:t>
            </a:r>
            <a:r>
              <a:rPr lang="en-US" dirty="0"/>
              <a:t> </a:t>
            </a:r>
            <a:r>
              <a:rPr lang="en-US" dirty="0" err="1"/>
              <a:t>Bakti</a:t>
            </a:r>
            <a:r>
              <a:rPr lang="en-US" dirty="0"/>
              <a:t>, </a:t>
            </a:r>
            <a:r>
              <a:rPr lang="en-US" dirty="0" err="1"/>
              <a:t>M.Kom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0096" y="3857452"/>
            <a:ext cx="5359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Dasar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Pemprogaman</a:t>
            </a:r>
            <a:r>
              <a:rPr lang="en-US" sz="2400" dirty="0" smtClean="0">
                <a:solidFill>
                  <a:schemeClr val="bg1"/>
                </a:solidFill>
              </a:rPr>
              <a:t> Python </a:t>
            </a:r>
            <a:r>
              <a:rPr lang="en-US" sz="2400" dirty="0" err="1" smtClean="0">
                <a:solidFill>
                  <a:schemeClr val="bg1"/>
                </a:solidFill>
              </a:rPr>
              <a:t>dan</a:t>
            </a:r>
            <a:r>
              <a:rPr lang="en-US" sz="2400" dirty="0" smtClean="0">
                <a:solidFill>
                  <a:schemeClr val="bg1"/>
                </a:solidFill>
              </a:rPr>
              <a:t>,</a:t>
            </a:r>
          </a:p>
          <a:p>
            <a:r>
              <a:rPr lang="en-US" sz="2400" dirty="0" err="1" smtClean="0">
                <a:solidFill>
                  <a:schemeClr val="bg1"/>
                </a:solidFill>
              </a:rPr>
              <a:t>Instalasi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python,Jupyter</a:t>
            </a:r>
            <a:r>
              <a:rPr lang="en-US" sz="2400" dirty="0" smtClean="0">
                <a:solidFill>
                  <a:schemeClr val="bg1"/>
                </a:solidFill>
              </a:rPr>
              <a:t> Notebook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Apa</a:t>
            </a:r>
            <a:r>
              <a:rPr lang="en-US" b="1" dirty="0" smtClean="0"/>
              <a:t> </a:t>
            </a:r>
            <a:r>
              <a:rPr lang="en-US" b="1" dirty="0" err="1" smtClean="0"/>
              <a:t>si</a:t>
            </a:r>
            <a:r>
              <a:rPr lang="en-US" b="1" dirty="0" smtClean="0"/>
              <a:t> </a:t>
            </a:r>
            <a:r>
              <a:rPr lang="en-US" b="1" dirty="0" err="1" smtClean="0"/>
              <a:t>itu</a:t>
            </a:r>
            <a:r>
              <a:rPr lang="en-US" b="1" dirty="0" smtClean="0"/>
              <a:t> Python?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59667" y="2037030"/>
            <a:ext cx="98320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diracik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Guido van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Rossum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dikenal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dipelajari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struktur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sintaknya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rapi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dipahami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Free,Open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Source,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basis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komunitas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luas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dikenal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dipelajari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struktur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sintaknya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rapi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dipahami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program,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program CLI,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Program GUI (desktop)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Game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AI,Mechine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dsb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513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Kenapa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pakai</a:t>
            </a:r>
            <a:r>
              <a:rPr lang="en-US" dirty="0" smtClean="0"/>
              <a:t> Python?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14812" y="2000817"/>
            <a:ext cx="84921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user-friendly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dipelajari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Diaplikasikan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Memilik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Terutama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Big Data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Mechile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3" t="21841" r="8403" b="20961"/>
          <a:stretch/>
        </p:blipFill>
        <p:spPr>
          <a:xfrm>
            <a:off x="1109134" y="4597400"/>
            <a:ext cx="7146962" cy="19388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4812" y="3939809"/>
            <a:ext cx="7306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Bahasa</a:t>
            </a:r>
            <a:r>
              <a:rPr lang="en-US" dirty="0" smtClean="0"/>
              <a:t> </a:t>
            </a:r>
            <a:r>
              <a:rPr lang="en-US" b="1" dirty="0" smtClean="0"/>
              <a:t>Java</a:t>
            </a:r>
            <a:r>
              <a:rPr lang="en-US" dirty="0" smtClean="0"/>
              <a:t> Output “Hello Word”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220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Python?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5" t="19142" r="8124" b="18205"/>
          <a:stretch/>
        </p:blipFill>
        <p:spPr>
          <a:xfrm>
            <a:off x="1720158" y="2290526"/>
            <a:ext cx="5097101" cy="17292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9913" y="1697037"/>
            <a:ext cx="7306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Bahasa</a:t>
            </a:r>
            <a:r>
              <a:rPr lang="en-US" dirty="0" smtClean="0"/>
              <a:t> </a:t>
            </a:r>
            <a:r>
              <a:rPr lang="en-US" b="1" dirty="0" smtClean="0"/>
              <a:t>C++</a:t>
            </a:r>
            <a:r>
              <a:rPr lang="en-US" dirty="0" smtClean="0"/>
              <a:t> Output “Hello Word”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7847" t="46419" r="29097" b="43210"/>
          <a:stretch/>
        </p:blipFill>
        <p:spPr>
          <a:xfrm>
            <a:off x="1720158" y="4902200"/>
            <a:ext cx="7874000" cy="106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9913" y="4427537"/>
            <a:ext cx="7306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Bahasa</a:t>
            </a:r>
            <a:r>
              <a:rPr lang="en-US" dirty="0" smtClean="0"/>
              <a:t> </a:t>
            </a:r>
            <a:r>
              <a:rPr lang="en-US" b="1" dirty="0" smtClean="0"/>
              <a:t>Python</a:t>
            </a:r>
            <a:r>
              <a:rPr lang="en-US" dirty="0" smtClean="0"/>
              <a:t> Output “Hello Word”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0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Text Editor </a:t>
            </a:r>
            <a:r>
              <a:rPr lang="en-US" b="1" dirty="0" err="1" smtClean="0"/>
              <a:t>untuk</a:t>
            </a:r>
            <a:r>
              <a:rPr lang="en-US" b="1" dirty="0" smtClean="0"/>
              <a:t> python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16000" y="1921933"/>
            <a:ext cx="8128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Sublime </a:t>
            </a:r>
            <a:r>
              <a:rPr lang="en-US" sz="2400" dirty="0" smtClean="0"/>
              <a:t>Text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TextMate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62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Editor Python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862667" y="3124200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Editor Python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MK PCD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98600" y="3750733"/>
            <a:ext cx="9237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Dalam</a:t>
            </a:r>
            <a:r>
              <a:rPr lang="en-US" sz="2400" dirty="0" smtClean="0"/>
              <a:t> Mata </a:t>
            </a:r>
            <a:r>
              <a:rPr lang="en-US" sz="2400" dirty="0" err="1" smtClean="0"/>
              <a:t>Kuliah</a:t>
            </a:r>
            <a:r>
              <a:rPr lang="en-US" sz="2400" dirty="0" smtClean="0"/>
              <a:t> </a:t>
            </a:r>
            <a:r>
              <a:rPr lang="en-US" sz="2400" dirty="0" err="1" smtClean="0"/>
              <a:t>Pengolahan</a:t>
            </a:r>
            <a:r>
              <a:rPr lang="en-US" sz="2400" dirty="0" smtClean="0"/>
              <a:t> Citra Digital </a:t>
            </a:r>
            <a:r>
              <a:rPr lang="en-US" sz="2400" dirty="0" err="1" smtClean="0"/>
              <a:t>ini</a:t>
            </a:r>
            <a:r>
              <a:rPr lang="en-US" sz="2400" dirty="0" smtClean="0"/>
              <a:t> </a:t>
            </a:r>
            <a:r>
              <a:rPr lang="en-US" sz="2400" dirty="0" err="1" smtClean="0"/>
              <a:t>kita</a:t>
            </a:r>
            <a:r>
              <a:rPr lang="en-US" sz="2400" dirty="0" smtClean="0"/>
              <a:t> </a:t>
            </a:r>
            <a:r>
              <a:rPr lang="en-US" sz="2400" dirty="0" err="1" smtClean="0"/>
              <a:t>menggunakan</a:t>
            </a:r>
            <a:r>
              <a:rPr lang="en-US" sz="2400" dirty="0" smtClean="0"/>
              <a:t> Text Editor </a:t>
            </a:r>
            <a:r>
              <a:rPr lang="en-US" sz="2400" b="1" dirty="0" err="1" smtClean="0"/>
              <a:t>Jupyter</a:t>
            </a:r>
            <a:r>
              <a:rPr lang="en-US" sz="2400" dirty="0" smtClean="0"/>
              <a:t> </a:t>
            </a:r>
            <a:r>
              <a:rPr lang="en-US" sz="2400" b="1" dirty="0" smtClean="0"/>
              <a:t>Notebook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2922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Instalasi</a:t>
            </a:r>
            <a:r>
              <a:rPr lang="en-US" b="1" dirty="0" smtClean="0"/>
              <a:t> Python </a:t>
            </a:r>
            <a:r>
              <a:rPr lang="en-US" b="1" dirty="0" err="1" smtClean="0"/>
              <a:t>dan</a:t>
            </a:r>
            <a:r>
              <a:rPr lang="en-US" b="1" dirty="0" smtClean="0"/>
              <a:t> </a:t>
            </a:r>
            <a:r>
              <a:rPr lang="en-US" b="1" dirty="0" err="1" smtClean="0"/>
              <a:t>Jupyter</a:t>
            </a:r>
            <a:r>
              <a:rPr lang="en-US" b="1" dirty="0" smtClean="0"/>
              <a:t> Notebook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871133" y="1879600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Instalasi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5334" y="2792372"/>
            <a:ext cx="1042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Kita </a:t>
            </a:r>
            <a:r>
              <a:rPr lang="en-US" dirty="0" err="1" smtClean="0"/>
              <a:t>menggunakan</a:t>
            </a:r>
            <a:r>
              <a:rPr lang="en-US" dirty="0" smtClean="0"/>
              <a:t> Python </a:t>
            </a:r>
            <a:r>
              <a:rPr lang="en-US" dirty="0" err="1" smtClean="0"/>
              <a:t>Versi</a:t>
            </a:r>
            <a:r>
              <a:rPr lang="en-US" dirty="0" smtClean="0"/>
              <a:t>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di </a:t>
            </a:r>
            <a:r>
              <a:rPr lang="en-US" dirty="0" err="1"/>
              <a:t>situs</a:t>
            </a:r>
            <a:r>
              <a:rPr lang="en-US" dirty="0"/>
              <a:t> </a:t>
            </a:r>
            <a:r>
              <a:rPr lang="en-US" dirty="0" err="1"/>
              <a:t>resmi</a:t>
            </a:r>
            <a:r>
              <a:rPr lang="en-US" dirty="0"/>
              <a:t> python ( </a:t>
            </a:r>
            <a:r>
              <a:rPr lang="en-US" dirty="0">
                <a:hlinkClick r:id="rId2"/>
              </a:rPr>
              <a:t>python.org</a:t>
            </a:r>
            <a:r>
              <a:rPr lang="en-US" dirty="0"/>
              <a:t>).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4044" b="31898"/>
          <a:stretch/>
        </p:blipFill>
        <p:spPr>
          <a:xfrm>
            <a:off x="1627717" y="3606799"/>
            <a:ext cx="8134350" cy="29309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108200" y="6045200"/>
            <a:ext cx="1718733" cy="152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4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8667" y="711200"/>
            <a:ext cx="759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Setelah</a:t>
            </a:r>
            <a:r>
              <a:rPr lang="en-US" dirty="0" smtClean="0"/>
              <a:t> download python </a:t>
            </a:r>
            <a:r>
              <a:rPr lang="en-US" dirty="0" err="1" smtClean="0"/>
              <a:t>selesai,kita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medapatkan</a:t>
            </a:r>
            <a:r>
              <a:rPr lang="en-US" dirty="0" smtClean="0"/>
              <a:t> File python-3.4.2.msi, File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file installer Python </a:t>
            </a:r>
            <a:r>
              <a:rPr lang="en-US" dirty="0" err="1" smtClean="0"/>
              <a:t>nya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Klik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kali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instal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9861" t="23086" r="40903" b="14568"/>
          <a:stretch/>
        </p:blipFill>
        <p:spPr>
          <a:xfrm>
            <a:off x="2201333" y="1872601"/>
            <a:ext cx="5274733" cy="308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0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175" y="1836103"/>
            <a:ext cx="4559425" cy="3885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61534" y="567266"/>
            <a:ext cx="7154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memakai</a:t>
            </a:r>
            <a:r>
              <a:rPr lang="en-US" dirty="0"/>
              <a:t> </a:t>
            </a:r>
            <a:r>
              <a:rPr lang="en-US" dirty="0" smtClean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 </a:t>
            </a:r>
            <a:r>
              <a:rPr lang="en-US" i="1" dirty="0"/>
              <a:t>‘Install for all users’</a:t>
            </a:r>
            <a:r>
              <a:rPr lang="en-US" dirty="0"/>
              <a:t> agar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user di </a:t>
            </a:r>
            <a:r>
              <a:rPr lang="en-US" dirty="0" err="1"/>
              <a:t>komputernya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692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9400" y="491067"/>
            <a:ext cx="6214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Tentukan lokasi python akan diinstal. Biarkan saja </a:t>
            </a:r>
            <a:r>
              <a:rPr lang="fi-FI" dirty="0" smtClean="0"/>
              <a:t>di </a:t>
            </a:r>
            <a:r>
              <a:rPr lang="fi-FI" b="1" dirty="0" smtClean="0"/>
              <a:t>C:\pythob\34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smtClean="0"/>
              <a:t>Kemudian Klik Next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241" y="1600091"/>
            <a:ext cx="4902452" cy="42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60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7133" y="524933"/>
            <a:ext cx="9685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fitur-fitur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diinstal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lupa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mengaktifkan</a:t>
            </a:r>
            <a:r>
              <a:rPr lang="en-US" dirty="0"/>
              <a:t> </a:t>
            </a:r>
            <a:r>
              <a:rPr lang="en-US" b="1" i="1" dirty="0"/>
              <a:t>‘Add python.exe to path’</a:t>
            </a:r>
            <a:r>
              <a:rPr lang="en-US" dirty="0"/>
              <a:t> agar </a:t>
            </a:r>
            <a:r>
              <a:rPr lang="en-US" dirty="0" err="1" smtClean="0"/>
              <a:t>perintah</a:t>
            </a:r>
            <a:r>
              <a:rPr lang="en-US" dirty="0" smtClean="0"/>
              <a:t> </a:t>
            </a:r>
            <a:r>
              <a:rPr lang="en-US" b="1" dirty="0" smtClean="0"/>
              <a:t>Python </a:t>
            </a:r>
            <a:r>
              <a:rPr lang="it-IT" dirty="0"/>
              <a:t> dikenali pada CMD </a:t>
            </a:r>
            <a:r>
              <a:rPr lang="it-IT" i="1" dirty="0"/>
              <a:t>(Command Prompt)</a:t>
            </a:r>
            <a:r>
              <a:rPr lang="it-IT" dirty="0"/>
              <a:t>.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07" y="1680526"/>
            <a:ext cx="4877051" cy="414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50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8667" y="575733"/>
            <a:ext cx="889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Setelah</a:t>
            </a:r>
            <a:r>
              <a:rPr lang="en-US" dirty="0" smtClean="0"/>
              <a:t> </a:t>
            </a:r>
            <a:r>
              <a:rPr lang="en-US" dirty="0" err="1" smtClean="0"/>
              <a:t>Diaktifkan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Kemudian</a:t>
            </a:r>
            <a:r>
              <a:rPr lang="en-US" dirty="0" smtClean="0"/>
              <a:t> </a:t>
            </a:r>
            <a:r>
              <a:rPr lang="en-US" dirty="0" err="1" smtClean="0"/>
              <a:t>klik</a:t>
            </a:r>
            <a:r>
              <a:rPr lang="en-US" dirty="0" smtClean="0"/>
              <a:t> Next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tunggu</a:t>
            </a:r>
            <a:r>
              <a:rPr lang="en-US" dirty="0" smtClean="0"/>
              <a:t> </a:t>
            </a:r>
            <a:r>
              <a:rPr lang="en-US" dirty="0" err="1" smtClean="0"/>
              <a:t>sampai</a:t>
            </a:r>
            <a:r>
              <a:rPr lang="en-US" dirty="0" smtClean="0"/>
              <a:t> </a:t>
            </a:r>
            <a:r>
              <a:rPr lang="en-US" dirty="0" err="1" smtClean="0"/>
              <a:t>prosess</a:t>
            </a:r>
            <a:r>
              <a:rPr lang="en-US" dirty="0" smtClean="0"/>
              <a:t> </a:t>
            </a:r>
            <a:r>
              <a:rPr lang="en-US" dirty="0" err="1" smtClean="0"/>
              <a:t>intalasi</a:t>
            </a:r>
            <a:r>
              <a:rPr lang="en-US" dirty="0" smtClean="0"/>
              <a:t> </a:t>
            </a:r>
            <a:r>
              <a:rPr lang="en-US" dirty="0" err="1" smtClean="0"/>
              <a:t>selesai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Kemudian</a:t>
            </a:r>
            <a:r>
              <a:rPr lang="en-US" dirty="0" smtClean="0"/>
              <a:t> </a:t>
            </a:r>
            <a:r>
              <a:rPr lang="en-US" dirty="0" err="1" smtClean="0"/>
              <a:t>klik</a:t>
            </a:r>
            <a:r>
              <a:rPr lang="en-US" dirty="0" smtClean="0"/>
              <a:t> </a:t>
            </a:r>
            <a:r>
              <a:rPr lang="en-US" b="1" dirty="0" smtClean="0"/>
              <a:t>Finish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82" y="1665995"/>
            <a:ext cx="4990166" cy="37103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69532" y="5528733"/>
            <a:ext cx="574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Python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berhasil</a:t>
            </a:r>
            <a:r>
              <a:rPr lang="en-US" dirty="0" smtClean="0"/>
              <a:t> </a:t>
            </a:r>
            <a:r>
              <a:rPr lang="en-US" dirty="0" err="1" smtClean="0"/>
              <a:t>terinstall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Selanjutnya</a:t>
            </a:r>
            <a:r>
              <a:rPr lang="en-US" dirty="0" smtClean="0"/>
              <a:t> install Text Editor </a:t>
            </a:r>
            <a:r>
              <a:rPr lang="en-US" b="1" dirty="0" err="1" smtClean="0"/>
              <a:t>Jupyter</a:t>
            </a:r>
            <a:r>
              <a:rPr lang="en-US" b="1" dirty="0" smtClean="0"/>
              <a:t> Notebook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8960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Instalasi</a:t>
            </a:r>
            <a:r>
              <a:rPr lang="en-US" b="1" dirty="0"/>
              <a:t> Python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Jupyter</a:t>
            </a:r>
            <a:r>
              <a:rPr lang="en-US" b="1" dirty="0"/>
              <a:t> Notebook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71133" y="1686203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Instalasi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Text Editor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44600" y="2377506"/>
            <a:ext cx="9914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/>
              <a:t>menginstall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</a:t>
            </a:r>
            <a:r>
              <a:rPr lang="en-US" dirty="0" smtClean="0"/>
              <a:t>Notebook </a:t>
            </a:r>
            <a:r>
              <a:rPr lang="en-US" dirty="0" err="1"/>
              <a:t>buka</a:t>
            </a:r>
            <a:r>
              <a:rPr lang="en-US" dirty="0"/>
              <a:t> Command </a:t>
            </a:r>
            <a:r>
              <a:rPr lang="en-US" dirty="0" smtClean="0"/>
              <a:t>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-US" dirty="0" smtClean="0"/>
              <a:t>un </a:t>
            </a:r>
            <a:r>
              <a:rPr lang="en-US" dirty="0"/>
              <a:t>command </a:t>
            </a:r>
            <a:r>
              <a:rPr lang="en-US" dirty="0" err="1"/>
              <a:t>berikut</a:t>
            </a:r>
            <a:r>
              <a:rPr lang="en-US" dirty="0"/>
              <a:t> “</a:t>
            </a:r>
            <a:r>
              <a:rPr lang="en-US" b="1" dirty="0"/>
              <a:t>python -m pip install </a:t>
            </a:r>
            <a:r>
              <a:rPr lang="en-US" b="1" dirty="0" err="1"/>
              <a:t>jupyter</a:t>
            </a:r>
            <a:r>
              <a:rPr lang="en-US" dirty="0" smtClean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Tunggu</a:t>
            </a:r>
            <a:r>
              <a:rPr lang="en-US" dirty="0" smtClean="0"/>
              <a:t> proses </a:t>
            </a:r>
            <a:r>
              <a:rPr lang="en-US" dirty="0" err="1" smtClean="0"/>
              <a:t>instalasi</a:t>
            </a:r>
            <a:r>
              <a:rPr lang="en-US" dirty="0" smtClean="0"/>
              <a:t> </a:t>
            </a:r>
            <a:r>
              <a:rPr lang="en-US" b="1" dirty="0" err="1" smtClean="0"/>
              <a:t>Selesai</a:t>
            </a:r>
            <a:endParaRPr lang="en-US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73" y="3427875"/>
            <a:ext cx="5550185" cy="25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5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8267" y="677333"/>
            <a:ext cx="909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 smtClean="0"/>
              <a:t>Jupyter</a:t>
            </a:r>
            <a:r>
              <a:rPr lang="en-US" dirty="0" smtClean="0"/>
              <a:t> notebook </a:t>
            </a:r>
            <a:r>
              <a:rPr lang="en-US" dirty="0" err="1"/>
              <a:t>gunakan</a:t>
            </a:r>
            <a:r>
              <a:rPr lang="en-US" dirty="0"/>
              <a:t> Command Prompt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 smtClean="0"/>
              <a:t>menjalankan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Run Command </a:t>
            </a:r>
            <a:r>
              <a:rPr lang="en-US" dirty="0"/>
              <a:t>“</a:t>
            </a:r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 smtClean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n-NO" dirty="0"/>
              <a:t>Tunggu beberapa saat sampai ada browser yang muncul yang mengarah ke alamat “</a:t>
            </a:r>
            <a:r>
              <a:rPr lang="nn-NO" b="1" i="1" u="sng" dirty="0">
                <a:hlinkClick r:id="rId2"/>
              </a:rPr>
              <a:t>http://localhost:8888/tree</a:t>
            </a:r>
            <a:r>
              <a:rPr lang="nn-NO" dirty="0"/>
              <a:t>”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227" y="2116604"/>
            <a:ext cx="6705945" cy="2438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2267" y="4919134"/>
            <a:ext cx="5723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Jupyter</a:t>
            </a:r>
            <a:r>
              <a:rPr lang="en-US" dirty="0" smtClean="0"/>
              <a:t> Notebook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berhasil</a:t>
            </a:r>
            <a:r>
              <a:rPr lang="en-US" dirty="0" smtClean="0"/>
              <a:t> </a:t>
            </a:r>
            <a:r>
              <a:rPr lang="en-US" dirty="0" err="1" smtClean="0"/>
              <a:t>terinstall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Dan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dipakai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Ngoding</a:t>
            </a:r>
            <a:r>
              <a:rPr lang="en-US" dirty="0" smtClean="0"/>
              <a:t>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170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Penulisan</a:t>
            </a:r>
            <a:r>
              <a:rPr lang="en-US" b="1" dirty="0" smtClean="0"/>
              <a:t> </a:t>
            </a:r>
            <a:r>
              <a:rPr lang="en-US" b="1" dirty="0"/>
              <a:t>Statement </a:t>
            </a:r>
            <a:r>
              <a:rPr lang="en-US" b="1" dirty="0" smtClean="0"/>
              <a:t>Python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09133" y="1828800"/>
            <a:ext cx="886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Statement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instruksi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kalimat</a:t>
            </a:r>
            <a:r>
              <a:rPr lang="en-US" sz="2400" dirty="0"/>
              <a:t> </a:t>
            </a:r>
            <a:r>
              <a:rPr lang="en-US" sz="2400" dirty="0" err="1"/>
              <a:t>perintah</a:t>
            </a:r>
            <a:r>
              <a:rPr lang="en-US" sz="2400" dirty="0"/>
              <a:t>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dieksekusi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komputer</a:t>
            </a:r>
            <a:r>
              <a:rPr lang="en-U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Contoh</a:t>
            </a:r>
            <a:r>
              <a:rPr lang="en-US" sz="2400" dirty="0" smtClean="0"/>
              <a:t> : 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698" y="3029129"/>
            <a:ext cx="5258070" cy="9792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133" y="4229458"/>
            <a:ext cx="9135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Penulisan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statement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diakhiri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tanda</a:t>
            </a:r>
            <a:r>
              <a:rPr lang="en-US" sz="2400" dirty="0"/>
              <a:t> </a:t>
            </a:r>
            <a:r>
              <a:rPr lang="en-US" sz="2400" dirty="0" err="1"/>
              <a:t>titik-koma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0946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Penulisan</a:t>
            </a:r>
            <a:r>
              <a:rPr lang="en-US" b="1" dirty="0"/>
              <a:t> Statement Python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22867" y="1879600"/>
            <a:ext cx="10430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Sedangkan</a:t>
            </a:r>
            <a:r>
              <a:rPr lang="en-US" dirty="0"/>
              <a:t>,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statement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memisahnya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titik-koma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Contoh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856" y="2936852"/>
            <a:ext cx="5264421" cy="882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2867" y="4230468"/>
            <a:ext cx="7840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Menurut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b="1" i="1" dirty="0"/>
              <a:t>style guide</a:t>
            </a:r>
            <a:r>
              <a:rPr lang="en-US" b="1" dirty="0"/>
              <a:t> python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dianjurkan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statement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.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dibaca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754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err="1"/>
              <a:t>Penulisan</a:t>
            </a:r>
            <a:r>
              <a:rPr lang="en-US" b="1" dirty="0"/>
              <a:t> Blok Program </a:t>
            </a:r>
            <a:r>
              <a:rPr lang="en-US" b="1" dirty="0" smtClean="0"/>
              <a:t>Python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56733" y="1600201"/>
            <a:ext cx="89577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Blok program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beberpaa</a:t>
            </a:r>
            <a:r>
              <a:rPr lang="en-US" dirty="0"/>
              <a:t> statement yang </a:t>
            </a:r>
            <a:r>
              <a:rPr lang="en-US" dirty="0" err="1"/>
              <a:t>digabungkan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program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</a:t>
            </a:r>
            <a:r>
              <a:rPr lang="en-US" dirty="0" err="1"/>
              <a:t>indentasi</a:t>
            </a:r>
            <a:r>
              <a:rPr lang="en-US" dirty="0"/>
              <a:t> (tab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 2x/4x</a:t>
            </a:r>
            <a:r>
              <a:rPr lang="en-US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Contoh</a:t>
            </a:r>
            <a:r>
              <a:rPr lang="en-US" dirty="0" smtClean="0"/>
              <a:t>: 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04533" y="3754091"/>
            <a:ext cx="3149600" cy="343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973" y="3141087"/>
            <a:ext cx="5277121" cy="17780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90233" y="3925978"/>
            <a:ext cx="3378200" cy="61215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668433" y="4232055"/>
            <a:ext cx="218016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72561" y="4058890"/>
            <a:ext cx="286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Blok </a:t>
            </a:r>
            <a:r>
              <a:rPr lang="en-US" b="1" dirty="0" err="1" smtClean="0"/>
              <a:t>Progam</a:t>
            </a:r>
            <a:endParaRPr lang="en-US" b="1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379132" y="4268957"/>
            <a:ext cx="26246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662506" y="4268957"/>
            <a:ext cx="716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572" y="4097866"/>
            <a:ext cx="1299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Indentasi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53052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Variable Dan </a:t>
            </a:r>
            <a:r>
              <a:rPr lang="en-US" b="1" dirty="0" err="1" smtClean="0"/>
              <a:t>Tipe</a:t>
            </a:r>
            <a:r>
              <a:rPr lang="en-US" b="1" dirty="0" smtClean="0"/>
              <a:t> Data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303867" y="18288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Variable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data,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data yang </a:t>
            </a:r>
            <a:r>
              <a:rPr lang="en-US" dirty="0" err="1"/>
              <a:t>terseimpan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i="1" dirty="0"/>
              <a:t>mutable</a:t>
            </a:r>
            <a:r>
              <a:rPr lang="en-US" dirty="0"/>
              <a:t>,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berubah-ubah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9487"/>
          <a:stretch/>
        </p:blipFill>
        <p:spPr>
          <a:xfrm>
            <a:off x="1795172" y="3105329"/>
            <a:ext cx="5473521" cy="195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63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Menulis</a:t>
            </a:r>
            <a:r>
              <a:rPr lang="en-US" b="1" dirty="0" smtClean="0"/>
              <a:t> Variable Di Python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59933" y="1494038"/>
            <a:ext cx="806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Variabel</a:t>
            </a:r>
            <a:r>
              <a:rPr lang="en-US" dirty="0"/>
              <a:t> di python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format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912" y="2002176"/>
            <a:ext cx="4451488" cy="7723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912" y="3093514"/>
            <a:ext cx="4426087" cy="906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7200" y="2724182"/>
            <a:ext cx="178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Contoh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61533" y="4093173"/>
            <a:ext cx="806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print</a:t>
            </a:r>
            <a:r>
              <a:rPr lang="en-US" dirty="0"/>
              <a:t>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912" y="4652498"/>
            <a:ext cx="4451488" cy="136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35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Aturan</a:t>
            </a:r>
            <a:r>
              <a:rPr lang="en-US" b="1" dirty="0" smtClean="0"/>
              <a:t> </a:t>
            </a:r>
            <a:r>
              <a:rPr lang="en-US" b="1" dirty="0" err="1"/>
              <a:t>Penulisan</a:t>
            </a:r>
            <a:r>
              <a:rPr lang="en-US" b="1" dirty="0"/>
              <a:t> </a:t>
            </a:r>
            <a:r>
              <a:rPr lang="en-US" b="1" dirty="0" err="1" smtClean="0"/>
              <a:t>Variabel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90600" y="1794933"/>
            <a:ext cx="94911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boleh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diawali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huruf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bawah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_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namaKu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nama_variable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selanjutnya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berupa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huruf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bawah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__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n1, nilai1.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bersifat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sensitif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case-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sensitif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huruf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dibedakan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variabel_ku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variabel_Ku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dibedakan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boleh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if, while, for,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786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Tipe</a:t>
            </a:r>
            <a:r>
              <a:rPr lang="en-US" b="1" dirty="0" smtClean="0"/>
              <a:t> Data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227667" y="1828800"/>
            <a:ext cx="93048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Cara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,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i="1" dirty="0"/>
              <a:t>(string)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diapit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petik</a:t>
            </a:r>
            <a:r>
              <a:rPr lang="en-US" dirty="0"/>
              <a:t> (“…”).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i="1" dirty="0"/>
              <a:t>(integer)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 err="1"/>
              <a:t>boolean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diapit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petik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seara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mengenali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data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yang </a:t>
            </a:r>
            <a:r>
              <a:rPr lang="en-US" dirty="0" err="1"/>
              <a:t>tersimpan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973" y="3488234"/>
            <a:ext cx="5277121" cy="12192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50373" y="3913199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Contoh</a:t>
            </a:r>
            <a:r>
              <a:rPr lang="en-US" b="1" dirty="0" smtClean="0"/>
              <a:t>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8583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Tipe</a:t>
            </a:r>
            <a:r>
              <a:rPr lang="en-US" b="1" dirty="0" smtClean="0"/>
              <a:t> Data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56734" y="1735666"/>
            <a:ext cx="8703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memeriksa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type ( ).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538" y="2658996"/>
            <a:ext cx="5302523" cy="19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46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6600" y="164473"/>
            <a:ext cx="10515600" cy="2387600"/>
          </a:xfrm>
        </p:spPr>
        <p:txBody>
          <a:bodyPr/>
          <a:lstStyle/>
          <a:p>
            <a:r>
              <a:rPr lang="en-US" b="1" dirty="0" smtClean="0"/>
              <a:t>TERIMAHKASIH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6600" y="2756876"/>
            <a:ext cx="6705599" cy="1137793"/>
          </a:xfrm>
        </p:spPr>
        <p:txBody>
          <a:bodyPr/>
          <a:lstStyle/>
          <a:p>
            <a:r>
              <a:rPr lang="en-US" dirty="0" err="1" smtClean="0"/>
              <a:t>s</a:t>
            </a:r>
            <a:r>
              <a:rPr lang="en-US" dirty="0" err="1" smtClean="0">
                <a:solidFill>
                  <a:schemeClr val="bg1"/>
                </a:solidFill>
              </a:rPr>
              <a:t>Selamat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Belajar</a:t>
            </a:r>
            <a:r>
              <a:rPr lang="en-US" dirty="0" smtClean="0">
                <a:solidFill>
                  <a:schemeClr val="bg1"/>
                </a:solidFill>
              </a:rPr>
              <a:t>!!! Dan </a:t>
            </a:r>
            <a:r>
              <a:rPr lang="en-US" dirty="0" err="1" smtClean="0">
                <a:solidFill>
                  <a:schemeClr val="bg1"/>
                </a:solidFill>
              </a:rPr>
              <a:t>Semangat</a:t>
            </a:r>
            <a:r>
              <a:rPr lang="en-US" dirty="0" smtClean="0">
                <a:solidFill>
                  <a:schemeClr val="bg1"/>
                </a:solidFill>
              </a:rPr>
              <a:t>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1245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70C04F-E7AC-41AB-9C6D-1B1BB88BFF7F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102</TotalTime>
  <Words>722</Words>
  <Application>Microsoft Office PowerPoint</Application>
  <PresentationFormat>Widescreen</PresentationFormat>
  <Paragraphs>93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Agency FB</vt:lpstr>
      <vt:lpstr>Arial</vt:lpstr>
      <vt:lpstr>Calibri</vt:lpstr>
      <vt:lpstr>Segoe UI</vt:lpstr>
      <vt:lpstr>Segoe UI Light</vt:lpstr>
      <vt:lpstr>Times New Roman</vt:lpstr>
      <vt:lpstr>WelcomeDoc</vt:lpstr>
      <vt:lpstr>Pengolahan Citra Digital</vt:lpstr>
      <vt:lpstr>Apa si itu Python?</vt:lpstr>
      <vt:lpstr>Kenapa kita pakai Python?</vt:lpstr>
      <vt:lpstr>Kenapa kita pakai Python?</vt:lpstr>
      <vt:lpstr>Text Editor untuk python</vt:lpstr>
      <vt:lpstr>Editor Python</vt:lpstr>
      <vt:lpstr>Instalasi Python dan Jupyter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Instalasi Python dan Jupyter Notebook</vt:lpstr>
      <vt:lpstr>PowerPoint Presentation</vt:lpstr>
      <vt:lpstr>Penulisan Statement Python</vt:lpstr>
      <vt:lpstr>Penulisan Statement Python</vt:lpstr>
      <vt:lpstr> Penulisan Blok Program Python</vt:lpstr>
      <vt:lpstr>Variable Dan Tipe Data</vt:lpstr>
      <vt:lpstr>Menulis Variable Di Python</vt:lpstr>
      <vt:lpstr>Aturan Penulisan Variabel</vt:lpstr>
      <vt:lpstr>Tipe Data</vt:lpstr>
      <vt:lpstr>Tipe Data</vt:lpstr>
      <vt:lpstr>TERIMAHKASIH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31</cp:revision>
  <dcterms:created xsi:type="dcterms:W3CDTF">2022-03-07T01:24:27Z</dcterms:created>
  <dcterms:modified xsi:type="dcterms:W3CDTF">2022-03-07T03:06:40Z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