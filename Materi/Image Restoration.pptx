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6" r:id="rId5"/>
    <p:sldId id="273" r:id="rId6"/>
    <p:sldId id="274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4952" y="3857452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chemeClr val="bg1"/>
                </a:solidFill>
              </a:rPr>
              <a:t>Image Restoration</a:t>
            </a:r>
            <a:endParaRPr lang="en-US" sz="2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 smtClean="0"/>
              <a:t>Apa</a:t>
            </a:r>
            <a:r>
              <a:rPr lang="en-IE" dirty="0" smtClean="0"/>
              <a:t> </a:t>
            </a:r>
            <a:r>
              <a:rPr lang="en-IE" i="1" dirty="0" smtClean="0"/>
              <a:t>Image Restoration</a:t>
            </a:r>
            <a:r>
              <a:rPr lang="en-IE" dirty="0" smtClean="0"/>
              <a:t>?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698620"/>
            <a:ext cx="9957440" cy="16042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5420" algn="l"/>
              </a:tabLst>
            </a:pP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bertujuan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heuristik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yang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visual. </a:t>
            </a:r>
          </a:p>
          <a:p>
            <a:pPr marL="184785" indent="-1727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5420" algn="l"/>
              </a:tabLst>
            </a:pPr>
            <a:r>
              <a:rPr lang="en-ID" sz="2400" dirty="0" err="1"/>
              <a:t>Restorasi</a:t>
            </a:r>
            <a:r>
              <a:rPr lang="en-ID" sz="2400" dirty="0"/>
              <a:t> </a:t>
            </a:r>
            <a:r>
              <a:rPr lang="en-ID" sz="2400" dirty="0" err="1"/>
              <a:t>gambar</a:t>
            </a:r>
            <a:r>
              <a:rPr lang="en-ID" sz="2400" dirty="0"/>
              <a:t> </a:t>
            </a:r>
            <a:r>
              <a:rPr lang="en-ID" sz="2400" dirty="0" err="1"/>
              <a:t>berupaya</a:t>
            </a:r>
            <a:r>
              <a:rPr lang="en-ID" sz="2400" dirty="0"/>
              <a:t> </a:t>
            </a:r>
            <a:r>
              <a:rPr lang="en-ID" sz="2400" dirty="0" err="1"/>
              <a:t>memulihkan</a:t>
            </a:r>
            <a:r>
              <a:rPr lang="en-ID" sz="2400" dirty="0"/>
              <a:t> </a:t>
            </a:r>
            <a:r>
              <a:rPr lang="en-ID" sz="2400" dirty="0" err="1"/>
              <a:t>gambar</a:t>
            </a:r>
            <a:r>
              <a:rPr lang="en-ID" sz="2400" dirty="0"/>
              <a:t> yang </a:t>
            </a:r>
            <a:r>
              <a:rPr lang="en-ID" sz="2400" dirty="0" err="1"/>
              <a:t>terdegradasi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berpacu</a:t>
            </a:r>
            <a:r>
              <a:rPr lang="en-ID" sz="2400" dirty="0"/>
              <a:t> </a:t>
            </a:r>
            <a:r>
              <a:rPr lang="en-ID" sz="2400" dirty="0" err="1"/>
              <a:t>pada</a:t>
            </a:r>
            <a:r>
              <a:rPr lang="en-ID" sz="2400" dirty="0"/>
              <a:t> </a:t>
            </a:r>
            <a:r>
              <a:rPr lang="en-ID" sz="2400" dirty="0" err="1"/>
              <a:t>distorsi</a:t>
            </a:r>
            <a:r>
              <a:rPr lang="en-ID" sz="2400" dirty="0"/>
              <a:t>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Group 1"/>
          <p:cNvGrpSpPr>
            <a:grpSpLocks/>
          </p:cNvGrpSpPr>
          <p:nvPr/>
        </p:nvGrpSpPr>
        <p:grpSpPr bwMode="auto">
          <a:xfrm>
            <a:off x="2394270" y="3773088"/>
            <a:ext cx="6388100" cy="1933575"/>
            <a:chOff x="1377950" y="4394200"/>
            <a:chExt cx="6388100" cy="1933575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216" b="49875"/>
            <a:stretch>
              <a:fillRect/>
            </a:stretch>
          </p:blipFill>
          <p:spPr bwMode="auto">
            <a:xfrm>
              <a:off x="1377950" y="4394200"/>
              <a:ext cx="2509838" cy="190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734" t="50250" r="20204" b="-1212"/>
            <a:stretch>
              <a:fillRect/>
            </a:stretch>
          </p:blipFill>
          <p:spPr bwMode="auto">
            <a:xfrm>
              <a:off x="5238750" y="4394200"/>
              <a:ext cx="2527300" cy="193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3956050" y="5038725"/>
              <a:ext cx="1212850" cy="614363"/>
            </a:xfrm>
            <a:prstGeom prst="rightArrow">
              <a:avLst>
                <a:gd name="adj1" fmla="val 50000"/>
                <a:gd name="adj2" fmla="val 49354"/>
              </a:avLst>
            </a:prstGeom>
            <a:solidFill>
              <a:srgbClr val="00008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el-GR"/>
            </a:p>
          </p:txBody>
        </p:sp>
      </p:grpSp>
    </p:spTree>
    <p:extLst>
      <p:ext uri="{BB962C8B-B14F-4D97-AF65-F5344CB8AC3E}">
        <p14:creationId xmlns:p14="http://schemas.microsoft.com/office/powerpoint/2010/main" val="3916822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</a:t>
            </a:r>
            <a:r>
              <a:rPr lang="en-US" b="1" i="1" dirty="0"/>
              <a:t> </a:t>
            </a:r>
            <a:r>
              <a:rPr lang="en-US" b="1" i="1" dirty="0" err="1"/>
              <a:t>degradasi</a:t>
            </a:r>
            <a:r>
              <a:rPr lang="en-US" b="1" i="1" dirty="0"/>
              <a:t> </a:t>
            </a:r>
            <a:r>
              <a:rPr lang="en-US" b="1" i="1" dirty="0" err="1"/>
              <a:t>citra</a:t>
            </a:r>
            <a:r>
              <a:rPr lang="en-US" b="1" i="1" dirty="0"/>
              <a:t> </a:t>
            </a:r>
            <a:r>
              <a:rPr lang="en-US" b="1" dirty="0" err="1"/>
              <a:t>dan</a:t>
            </a:r>
            <a:r>
              <a:rPr lang="en-US" b="1" dirty="0"/>
              <a:t> proses </a:t>
            </a:r>
            <a:r>
              <a:rPr lang="en-US" b="1" dirty="0" err="1"/>
              <a:t>restorasi</a:t>
            </a:r>
            <a:r>
              <a:rPr lang="en-US" b="1" dirty="0"/>
              <a:t> </a:t>
            </a:r>
            <a:r>
              <a:rPr lang="en-US" b="1" dirty="0" err="1"/>
              <a:t>citra</a:t>
            </a:r>
            <a:endParaRPr lang="en-US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05781" y="2540032"/>
            <a:ext cx="8351837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822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299</TotalTime>
  <Words>54</Words>
  <Application>Microsoft Office PowerPoint</Application>
  <PresentationFormat>Widescreen</PresentationFormat>
  <Paragraphs>10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Tahoma</vt:lpstr>
      <vt:lpstr>Times New Roman</vt:lpstr>
      <vt:lpstr>WelcomeDoc</vt:lpstr>
      <vt:lpstr>Pengolahan Citra Digital</vt:lpstr>
      <vt:lpstr>Apa Image Restoration?</vt:lpstr>
      <vt:lpstr>Model degradasi citra dan proses restorasi citra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55</cp:revision>
  <dcterms:created xsi:type="dcterms:W3CDTF">2022-03-01T01:11:31Z</dcterms:created>
  <dcterms:modified xsi:type="dcterms:W3CDTF">2022-03-29T08:47:29Z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