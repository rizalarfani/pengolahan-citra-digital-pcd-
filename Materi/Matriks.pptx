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5"/>
    <p:sldId id="273" r:id="rId6"/>
    <p:sldId id="2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3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D24726"/>
    <a:srgbClr val="D2B4A6"/>
    <a:srgbClr val="734F29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03" autoAdjust="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04"/>
    </p:cViewPr>
  </p:sorterViewPr>
  <p:notesViewPr>
    <p:cSldViewPr snapToGrid="0">
      <p:cViewPr varScale="1">
        <p:scale>
          <a:sx n="53" d="100"/>
          <a:sy n="53" d="100"/>
        </p:scale>
        <p:origin x="264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474041"/>
            <a:ext cx="10515600" cy="2387600"/>
          </a:xfrm>
        </p:spPr>
        <p:txBody>
          <a:bodyPr/>
          <a:lstStyle/>
          <a:p>
            <a:r>
              <a:rPr lang="en-US" b="1" dirty="0" err="1" smtClean="0"/>
              <a:t>Pengolahan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588955"/>
          </a:xfrm>
        </p:spPr>
        <p:txBody>
          <a:bodyPr>
            <a:normAutofit/>
          </a:bodyPr>
          <a:lstStyle/>
          <a:p>
            <a:r>
              <a:rPr lang="en-US" dirty="0" err="1" smtClean="0"/>
              <a:t>Oleh</a:t>
            </a:r>
            <a:r>
              <a:rPr lang="en-US" dirty="0" smtClean="0"/>
              <a:t> :</a:t>
            </a:r>
          </a:p>
          <a:p>
            <a:r>
              <a:rPr lang="en-US" dirty="0" smtClean="0"/>
              <a:t>Very </a:t>
            </a:r>
            <a:r>
              <a:rPr lang="en-US" dirty="0" err="1" smtClean="0"/>
              <a:t>Kurnia</a:t>
            </a:r>
            <a:r>
              <a:rPr lang="en-US" dirty="0" smtClean="0"/>
              <a:t> </a:t>
            </a:r>
            <a:r>
              <a:rPr lang="en-US" dirty="0" err="1" smtClean="0"/>
              <a:t>Bakti</a:t>
            </a:r>
            <a:r>
              <a:rPr lang="en-US" dirty="0" smtClean="0"/>
              <a:t>, </a:t>
            </a:r>
            <a:r>
              <a:rPr lang="en-US" dirty="0" err="1" smtClean="0"/>
              <a:t>M.Kom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28324" y="3857452"/>
            <a:ext cx="535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Matriks,Acces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Matriks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Definisi</a:t>
            </a:r>
            <a:r>
              <a:rPr lang="en-US" b="1" dirty="0" smtClean="0"/>
              <a:t> </a:t>
            </a:r>
            <a:r>
              <a:rPr lang="en-US" b="1" dirty="0" err="1" smtClean="0"/>
              <a:t>Matriks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49154" y="1896177"/>
            <a:ext cx="7180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Sekumpulan</a:t>
            </a:r>
            <a:r>
              <a:rPr lang="en-US" dirty="0" smtClean="0"/>
              <a:t> </a:t>
            </a:r>
            <a:r>
              <a:rPr lang="en-US" dirty="0" err="1" smtClean="0"/>
              <a:t>informasi</a:t>
            </a:r>
            <a:r>
              <a:rPr lang="en-US" dirty="0" smtClean="0"/>
              <a:t> yang </a:t>
            </a:r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 err="1" smtClean="0"/>
              <a:t>individu</a:t>
            </a:r>
            <a:r>
              <a:rPr lang="en-US" dirty="0" smtClean="0"/>
              <a:t> </a:t>
            </a:r>
            <a:r>
              <a:rPr lang="en-US" dirty="0" err="1" smtClean="0"/>
              <a:t>elementnya</a:t>
            </a:r>
            <a:r>
              <a:rPr lang="en-US" dirty="0" smtClean="0"/>
              <a:t> </a:t>
            </a:r>
            <a:r>
              <a:rPr lang="en-US" dirty="0" err="1" smtClean="0"/>
              <a:t>terdefinisi</a:t>
            </a:r>
            <a:r>
              <a:rPr lang="en-US" dirty="0" smtClean="0"/>
              <a:t> </a:t>
            </a:r>
            <a:r>
              <a:rPr lang="en-US" dirty="0" err="1" smtClean="0"/>
              <a:t>berdasarkan</a:t>
            </a:r>
            <a:r>
              <a:rPr lang="en-US" dirty="0" smtClean="0"/>
              <a:t> </a:t>
            </a:r>
            <a:r>
              <a:rPr lang="en-US" dirty="0" err="1" smtClean="0"/>
              <a:t>dua</a:t>
            </a:r>
            <a:r>
              <a:rPr lang="en-US" dirty="0" smtClean="0"/>
              <a:t> </a:t>
            </a:r>
            <a:r>
              <a:rPr lang="en-US" dirty="0" err="1" smtClean="0"/>
              <a:t>buah</a:t>
            </a:r>
            <a:r>
              <a:rPr lang="en-US" dirty="0" smtClean="0"/>
              <a:t> </a:t>
            </a:r>
            <a:r>
              <a:rPr lang="en-US" dirty="0" err="1" smtClean="0"/>
              <a:t>indeks</a:t>
            </a:r>
            <a:r>
              <a:rPr lang="en-US" dirty="0"/>
              <a:t> </a:t>
            </a:r>
            <a:r>
              <a:rPr lang="en-US" dirty="0" smtClean="0"/>
              <a:t>(Yang </a:t>
            </a:r>
            <a:r>
              <a:rPr lang="en-US" dirty="0" err="1" smtClean="0"/>
              <a:t>biasanya</a:t>
            </a:r>
            <a:r>
              <a:rPr lang="en-US" dirty="0" smtClean="0"/>
              <a:t> </a:t>
            </a:r>
            <a:r>
              <a:rPr lang="en-US" dirty="0" err="1" smtClean="0"/>
              <a:t>dikonotasikan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b="1" dirty="0" err="1" smtClean="0"/>
              <a:t>kolom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err="1" smtClean="0"/>
              <a:t>baris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26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TERIMAH </a:t>
            </a:r>
            <a:r>
              <a:rPr lang="en-US" b="1" dirty="0" smtClean="0"/>
              <a:t>KASIH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51323" y="4348340"/>
            <a:ext cx="535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Selemat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Belajar</a:t>
            </a:r>
            <a:r>
              <a:rPr lang="en-US" sz="2400" dirty="0" smtClean="0">
                <a:solidFill>
                  <a:schemeClr val="bg1"/>
                </a:solidFill>
              </a:rPr>
              <a:t>..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63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70C04F-E7AC-41AB-9C6D-1B1BB88BFF7F}">
  <ds:schemaRefs>
    <ds:schemaRef ds:uri="http://purl.org/dc/elements/1.1/"/>
    <ds:schemaRef ds:uri="http://schemas.microsoft.com/office/2006/metadata/properties"/>
    <ds:schemaRef ds:uri="4873beb7-5857-4685-be1f-d57550cc96cc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1068</TotalTime>
  <Words>40</Words>
  <Application>Microsoft Office PowerPoint</Application>
  <PresentationFormat>Widescreen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Segoe UI</vt:lpstr>
      <vt:lpstr>Segoe UI Light</vt:lpstr>
      <vt:lpstr>WelcomeDoc</vt:lpstr>
      <vt:lpstr>Pengolahan Citra Digital</vt:lpstr>
      <vt:lpstr>Definisi Matriks</vt:lpstr>
      <vt:lpstr>TERIMAH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 Digital</dc:title>
  <dc:creator>LENOVO</dc:creator>
  <cp:keywords/>
  <cp:lastModifiedBy>LENOVO</cp:lastModifiedBy>
  <cp:revision>122</cp:revision>
  <dcterms:created xsi:type="dcterms:W3CDTF">2022-03-01T01:11:31Z</dcterms:created>
  <dcterms:modified xsi:type="dcterms:W3CDTF">2022-03-15T06:57:25Z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